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61" r:id="rId3"/>
    <p:sldId id="266" r:id="rId4"/>
    <p:sldId id="262" r:id="rId5"/>
    <p:sldId id="263" r:id="rId6"/>
    <p:sldId id="260" r:id="rId7"/>
    <p:sldId id="267" r:id="rId8"/>
    <p:sldId id="264" r:id="rId9"/>
    <p:sldId id="259" r:id="rId10"/>
    <p:sldId id="258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124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0E1438-05DD-4F48-BDC0-37DE1102E725}" v="83" dt="2024-10-18T00:57:39.1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86"/>
    <p:restoredTop sz="95033" autoAdjust="0"/>
  </p:normalViewPr>
  <p:slideViewPr>
    <p:cSldViewPr snapToGrid="0">
      <p:cViewPr varScale="1">
        <p:scale>
          <a:sx n="41" d="100"/>
          <a:sy n="41" d="100"/>
        </p:scale>
        <p:origin x="58" y="10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ke Nielsen" userId="84f67d8a744ecbbb" providerId="LiveId" clId="{B60E1438-05DD-4F48-BDC0-37DE1102E725}"/>
    <pc:docChg chg="undo custSel addSld modSld sldOrd modMainMaster">
      <pc:chgData name="Jake Nielsen" userId="84f67d8a744ecbbb" providerId="LiveId" clId="{B60E1438-05DD-4F48-BDC0-37DE1102E725}" dt="2024-10-18T01:26:36.430" v="1653" actId="20577"/>
      <pc:docMkLst>
        <pc:docMk/>
      </pc:docMkLst>
      <pc:sldChg chg="addSp delSp modSp mod setBg addAnim delAnim setClrOvrMap delDesignElem">
        <pc:chgData name="Jake Nielsen" userId="84f67d8a744ecbbb" providerId="LiveId" clId="{B60E1438-05DD-4F48-BDC0-37DE1102E725}" dt="2024-10-16T14:12:07.984" v="874"/>
        <pc:sldMkLst>
          <pc:docMk/>
          <pc:sldMk cId="2228483482" sldId="256"/>
        </pc:sldMkLst>
        <pc:spChg chg="mod">
          <ac:chgData name="Jake Nielsen" userId="84f67d8a744ecbbb" providerId="LiveId" clId="{B60E1438-05DD-4F48-BDC0-37DE1102E725}" dt="2024-10-16T14:12:07.984" v="874"/>
          <ac:spMkLst>
            <pc:docMk/>
            <pc:sldMk cId="2228483482" sldId="256"/>
            <ac:spMk id="2" creationId="{16CED8A9-9060-5651-3772-E3083D594230}"/>
          </ac:spMkLst>
        </pc:spChg>
        <pc:spChg chg="mod">
          <ac:chgData name="Jake Nielsen" userId="84f67d8a744ecbbb" providerId="LiveId" clId="{B60E1438-05DD-4F48-BDC0-37DE1102E725}" dt="2024-10-16T14:12:07.984" v="874"/>
          <ac:spMkLst>
            <pc:docMk/>
            <pc:sldMk cId="2228483482" sldId="256"/>
            <ac:spMk id="3" creationId="{F752A95C-7DBE-9E77-B9ED-B676D8BC7576}"/>
          </ac:spMkLst>
        </pc:spChg>
        <pc:spChg chg="mod">
          <ac:chgData name="Jake Nielsen" userId="84f67d8a744ecbbb" providerId="LiveId" clId="{B60E1438-05DD-4F48-BDC0-37DE1102E725}" dt="2024-10-16T14:12:07.984" v="874"/>
          <ac:spMkLst>
            <pc:docMk/>
            <pc:sldMk cId="2228483482" sldId="256"/>
            <ac:spMk id="4" creationId="{4309525E-7F8D-3962-9FE9-4D7E145BC2D2}"/>
          </ac:spMkLst>
        </pc:spChg>
        <pc:spChg chg="add del">
          <ac:chgData name="Jake Nielsen" userId="84f67d8a744ecbbb" providerId="LiveId" clId="{B60E1438-05DD-4F48-BDC0-37DE1102E725}" dt="2024-10-16T13:35:07.776" v="619" actId="26606"/>
          <ac:spMkLst>
            <pc:docMk/>
            <pc:sldMk cId="2228483482" sldId="256"/>
            <ac:spMk id="10" creationId="{491A5E26-1F21-459D-8C03-ADB057B09066}"/>
          </ac:spMkLst>
        </pc:spChg>
        <pc:spChg chg="add del">
          <ac:chgData name="Jake Nielsen" userId="84f67d8a744ecbbb" providerId="LiveId" clId="{B60E1438-05DD-4F48-BDC0-37DE1102E725}" dt="2024-10-16T13:35:02.729" v="606" actId="26606"/>
          <ac:spMkLst>
            <pc:docMk/>
            <pc:sldMk cId="2228483482" sldId="256"/>
            <ac:spMk id="11" creationId="{8D095B41-7312-4603-9F0F-93387C353134}"/>
          </ac:spMkLst>
        </pc:spChg>
        <pc:spChg chg="add del">
          <ac:chgData name="Jake Nielsen" userId="84f67d8a744ecbbb" providerId="LiveId" clId="{B60E1438-05DD-4F48-BDC0-37DE1102E725}" dt="2024-10-16T13:35:02.729" v="606" actId="26606"/>
          <ac:spMkLst>
            <pc:docMk/>
            <pc:sldMk cId="2228483482" sldId="256"/>
            <ac:spMk id="13" creationId="{1042C936-444C-4F0D-9737-291EAFE1E7E4}"/>
          </ac:spMkLst>
        </pc:spChg>
        <pc:spChg chg="add del">
          <ac:chgData name="Jake Nielsen" userId="84f67d8a744ecbbb" providerId="LiveId" clId="{B60E1438-05DD-4F48-BDC0-37DE1102E725}" dt="2024-10-16T13:35:27.605" v="625" actId="26606"/>
          <ac:spMkLst>
            <pc:docMk/>
            <pc:sldMk cId="2228483482" sldId="256"/>
            <ac:spMk id="14" creationId="{D22D1B95-2B54-43E9-85D9-B489F6C5DD0F}"/>
          </ac:spMkLst>
        </pc:spChg>
        <pc:spChg chg="add del">
          <ac:chgData name="Jake Nielsen" userId="84f67d8a744ecbbb" providerId="LiveId" clId="{B60E1438-05DD-4F48-BDC0-37DE1102E725}" dt="2024-10-16T13:35:27.605" v="625" actId="26606"/>
          <ac:spMkLst>
            <pc:docMk/>
            <pc:sldMk cId="2228483482" sldId="256"/>
            <ac:spMk id="16" creationId="{7D0F3F6D-A49D-4406-8D61-1C4F8D792F04}"/>
          </ac:spMkLst>
        </pc:spChg>
        <pc:spChg chg="add del">
          <ac:chgData name="Jake Nielsen" userId="84f67d8a744ecbbb" providerId="LiveId" clId="{B60E1438-05DD-4F48-BDC0-37DE1102E725}" dt="2024-10-16T13:35:27.605" v="625" actId="26606"/>
          <ac:spMkLst>
            <pc:docMk/>
            <pc:sldMk cId="2228483482" sldId="256"/>
            <ac:spMk id="18" creationId="{D953A318-DA8D-4405-9536-D889E45C5E3E}"/>
          </ac:spMkLst>
        </pc:spChg>
        <pc:spChg chg="add del">
          <ac:chgData name="Jake Nielsen" userId="84f67d8a744ecbbb" providerId="LiveId" clId="{B60E1438-05DD-4F48-BDC0-37DE1102E725}" dt="2024-10-16T13:35:27.605" v="625" actId="26606"/>
          <ac:spMkLst>
            <pc:docMk/>
            <pc:sldMk cId="2228483482" sldId="256"/>
            <ac:spMk id="20" creationId="{9E382A3D-2F90-475C-8DF2-F666FEA3425B}"/>
          </ac:spMkLst>
        </pc:spChg>
        <pc:spChg chg="add del">
          <ac:chgData name="Jake Nielsen" userId="84f67d8a744ecbbb" providerId="LiveId" clId="{B60E1438-05DD-4F48-BDC0-37DE1102E725}" dt="2024-10-16T13:35:05.438" v="608" actId="26606"/>
          <ac:spMkLst>
            <pc:docMk/>
            <pc:sldMk cId="2228483482" sldId="256"/>
            <ac:spMk id="21" creationId="{65513E21-21B0-48DB-8CF1-35E43B33A477}"/>
          </ac:spMkLst>
        </pc:spChg>
        <pc:grpChg chg="add del">
          <ac:chgData name="Jake Nielsen" userId="84f67d8a744ecbbb" providerId="LiveId" clId="{B60E1438-05DD-4F48-BDC0-37DE1102E725}" dt="2024-10-16T13:35:19.934" v="623" actId="26606"/>
          <ac:grpSpMkLst>
            <pc:docMk/>
            <pc:sldMk cId="2228483482" sldId="256"/>
            <ac:grpSpMk id="9" creationId="{F1ECA4FE-7D2F-4576-B767-3A5F5ABFE90F}"/>
          </ac:grpSpMkLst>
        </pc:grpChg>
        <pc:picChg chg="add del mod">
          <ac:chgData name="Jake Nielsen" userId="84f67d8a744ecbbb" providerId="LiveId" clId="{B60E1438-05DD-4F48-BDC0-37DE1102E725}" dt="2024-10-16T13:35:07.776" v="619" actId="26606"/>
          <ac:picMkLst>
            <pc:docMk/>
            <pc:sldMk cId="2228483482" sldId="256"/>
            <ac:picMk id="6" creationId="{0A4F3BA4-7FB0-634A-68E8-CE53B6D47DB4}"/>
          </ac:picMkLst>
        </pc:picChg>
        <pc:picChg chg="add del">
          <ac:chgData name="Jake Nielsen" userId="84f67d8a744ecbbb" providerId="LiveId" clId="{B60E1438-05DD-4F48-BDC0-37DE1102E725}" dt="2024-10-16T13:35:02.729" v="606" actId="26606"/>
          <ac:picMkLst>
            <pc:docMk/>
            <pc:sldMk cId="2228483482" sldId="256"/>
            <ac:picMk id="17" creationId="{419FDB25-3050-4009-9806-3000DDD1C083}"/>
          </ac:picMkLst>
        </pc:picChg>
        <pc:cxnChg chg="add del">
          <ac:chgData name="Jake Nielsen" userId="84f67d8a744ecbbb" providerId="LiveId" clId="{B60E1438-05DD-4F48-BDC0-37DE1102E725}" dt="2024-10-16T13:35:19.934" v="623" actId="26606"/>
          <ac:cxnSpMkLst>
            <pc:docMk/>
            <pc:sldMk cId="2228483482" sldId="256"/>
            <ac:cxnSpMk id="12" creationId="{E81F53E2-F556-42FA-8D24-113839EE19F8}"/>
          </ac:cxnSpMkLst>
        </pc:cxnChg>
        <pc:cxnChg chg="add del">
          <ac:chgData name="Jake Nielsen" userId="84f67d8a744ecbbb" providerId="LiveId" clId="{B60E1438-05DD-4F48-BDC0-37DE1102E725}" dt="2024-10-16T13:35:02.729" v="606" actId="26606"/>
          <ac:cxnSpMkLst>
            <pc:docMk/>
            <pc:sldMk cId="2228483482" sldId="256"/>
            <ac:cxnSpMk id="15" creationId="{B61C4D9F-F4AF-4ED2-9310-56EB2E19C084}"/>
          </ac:cxnSpMkLst>
        </pc:cxnChg>
        <pc:cxnChg chg="add del">
          <ac:chgData name="Jake Nielsen" userId="84f67d8a744ecbbb" providerId="LiveId" clId="{B60E1438-05DD-4F48-BDC0-37DE1102E725}" dt="2024-10-16T13:35:02.729" v="606" actId="26606"/>
          <ac:cxnSpMkLst>
            <pc:docMk/>
            <pc:sldMk cId="2228483482" sldId="256"/>
            <ac:cxnSpMk id="19" creationId="{8063EF0F-7BC0-4CFB-AB98-20A8DD91D70F}"/>
          </ac:cxnSpMkLst>
        </pc:cxnChg>
        <pc:cxnChg chg="add del">
          <ac:chgData name="Jake Nielsen" userId="84f67d8a744ecbbb" providerId="LiveId" clId="{B60E1438-05DD-4F48-BDC0-37DE1102E725}" dt="2024-10-16T13:35:05.438" v="608" actId="26606"/>
          <ac:cxnSpMkLst>
            <pc:docMk/>
            <pc:sldMk cId="2228483482" sldId="256"/>
            <ac:cxnSpMk id="22" creationId="{580B8A35-DEA7-4D43-9DF8-90B4681D0FAD}"/>
          </ac:cxnSpMkLst>
        </pc:cxnChg>
      </pc:sldChg>
      <pc:sldChg chg="addSp modSp mod setBg">
        <pc:chgData name="Jake Nielsen" userId="84f67d8a744ecbbb" providerId="LiveId" clId="{B60E1438-05DD-4F48-BDC0-37DE1102E725}" dt="2024-10-18T01:26:36.430" v="1653" actId="20577"/>
        <pc:sldMkLst>
          <pc:docMk/>
          <pc:sldMk cId="3782784148" sldId="258"/>
        </pc:sldMkLst>
        <pc:spChg chg="mod">
          <ac:chgData name="Jake Nielsen" userId="84f67d8a744ecbbb" providerId="LiveId" clId="{B60E1438-05DD-4F48-BDC0-37DE1102E725}" dt="2024-10-16T14:31:01.651" v="880" actId="26606"/>
          <ac:spMkLst>
            <pc:docMk/>
            <pc:sldMk cId="3782784148" sldId="258"/>
            <ac:spMk id="2" creationId="{BF093ACE-4C3D-4812-F57C-EBB9D07A36EA}"/>
          </ac:spMkLst>
        </pc:spChg>
        <pc:spChg chg="mod">
          <ac:chgData name="Jake Nielsen" userId="84f67d8a744ecbbb" providerId="LiveId" clId="{B60E1438-05DD-4F48-BDC0-37DE1102E725}" dt="2024-10-18T01:26:36.430" v="1653" actId="20577"/>
          <ac:spMkLst>
            <pc:docMk/>
            <pc:sldMk cId="3782784148" sldId="258"/>
            <ac:spMk id="3" creationId="{A12FB661-9373-8EBC-31C4-01E12AE1CEA5}"/>
          </ac:spMkLst>
        </pc:spChg>
        <pc:spChg chg="mod">
          <ac:chgData name="Jake Nielsen" userId="84f67d8a744ecbbb" providerId="LiveId" clId="{B60E1438-05DD-4F48-BDC0-37DE1102E725}" dt="2024-10-16T14:31:01.651" v="880" actId="26606"/>
          <ac:spMkLst>
            <pc:docMk/>
            <pc:sldMk cId="3782784148" sldId="258"/>
            <ac:spMk id="4" creationId="{843F6496-70BC-0A3B-F4E8-D47A295614B5}"/>
          </ac:spMkLst>
        </pc:spChg>
        <pc:spChg chg="add">
          <ac:chgData name="Jake Nielsen" userId="84f67d8a744ecbbb" providerId="LiveId" clId="{B60E1438-05DD-4F48-BDC0-37DE1102E725}" dt="2024-10-16T14:31:01.651" v="880" actId="26606"/>
          <ac:spMkLst>
            <pc:docMk/>
            <pc:sldMk cId="3782784148" sldId="258"/>
            <ac:spMk id="9" creationId="{50E53EDA-3B94-4F6B-9E86-D3BB9EBB9616}"/>
          </ac:spMkLst>
        </pc:spChg>
        <pc:cxnChg chg="add">
          <ac:chgData name="Jake Nielsen" userId="84f67d8a744ecbbb" providerId="LiveId" clId="{B60E1438-05DD-4F48-BDC0-37DE1102E725}" dt="2024-10-16T14:31:01.651" v="880" actId="26606"/>
          <ac:cxnSpMkLst>
            <pc:docMk/>
            <pc:sldMk cId="3782784148" sldId="258"/>
            <ac:cxnSpMk id="11" creationId="{30EFD79F-7790-479B-B7DB-BD0D8C101DDD}"/>
          </ac:cxnSpMkLst>
        </pc:cxnChg>
      </pc:sldChg>
      <pc:sldChg chg="addSp delSp modSp mod ord modClrScheme chgLayout">
        <pc:chgData name="Jake Nielsen" userId="84f67d8a744ecbbb" providerId="LiveId" clId="{B60E1438-05DD-4F48-BDC0-37DE1102E725}" dt="2024-10-18T01:20:22.858" v="1649" actId="20577"/>
        <pc:sldMkLst>
          <pc:docMk/>
          <pc:sldMk cId="539774315" sldId="259"/>
        </pc:sldMkLst>
        <pc:spChg chg="mod ord">
          <ac:chgData name="Jake Nielsen" userId="84f67d8a744ecbbb" providerId="LiveId" clId="{B60E1438-05DD-4F48-BDC0-37DE1102E725}" dt="2024-10-16T13:35:27.985" v="627"/>
          <ac:spMkLst>
            <pc:docMk/>
            <pc:sldMk cId="539774315" sldId="259"/>
            <ac:spMk id="2" creationId="{17B3229F-C8D9-7ABE-B4DF-3F6B94765A73}"/>
          </ac:spMkLst>
        </pc:spChg>
        <pc:spChg chg="del">
          <ac:chgData name="Jake Nielsen" userId="84f67d8a744ecbbb" providerId="LiveId" clId="{B60E1438-05DD-4F48-BDC0-37DE1102E725}" dt="2024-10-16T12:48:05.391" v="310"/>
          <ac:spMkLst>
            <pc:docMk/>
            <pc:sldMk cId="539774315" sldId="259"/>
            <ac:spMk id="3" creationId="{67189C49-22CA-6AB4-6476-63D022F3E6C0}"/>
          </ac:spMkLst>
        </pc:spChg>
        <pc:spChg chg="mod ord">
          <ac:chgData name="Jake Nielsen" userId="84f67d8a744ecbbb" providerId="LiveId" clId="{B60E1438-05DD-4F48-BDC0-37DE1102E725}" dt="2024-10-16T14:12:07.984" v="874"/>
          <ac:spMkLst>
            <pc:docMk/>
            <pc:sldMk cId="539774315" sldId="259"/>
            <ac:spMk id="4" creationId="{B2075799-ECC0-B9F9-038C-29DF5F239AAD}"/>
          </ac:spMkLst>
        </pc:spChg>
        <pc:spChg chg="add del mod ord">
          <ac:chgData name="Jake Nielsen" userId="84f67d8a744ecbbb" providerId="LiveId" clId="{B60E1438-05DD-4F48-BDC0-37DE1102E725}" dt="2024-10-16T12:48:26.093" v="315" actId="700"/>
          <ac:spMkLst>
            <pc:docMk/>
            <pc:sldMk cId="539774315" sldId="259"/>
            <ac:spMk id="6" creationId="{31CB0C77-2939-D809-F4FE-3F762791E773}"/>
          </ac:spMkLst>
        </pc:spChg>
        <pc:spChg chg="add mod ord">
          <ac:chgData name="Jake Nielsen" userId="84f67d8a744ecbbb" providerId="LiveId" clId="{B60E1438-05DD-4F48-BDC0-37DE1102E725}" dt="2024-10-18T01:20:22.858" v="1649" actId="20577"/>
          <ac:spMkLst>
            <pc:docMk/>
            <pc:sldMk cId="539774315" sldId="259"/>
            <ac:spMk id="7" creationId="{7B35E405-1156-15DE-4213-30268C00A108}"/>
          </ac:spMkLst>
        </pc:spChg>
        <pc:spChg chg="add del mod">
          <ac:chgData name="Jake Nielsen" userId="84f67d8a744ecbbb" providerId="LiveId" clId="{B60E1438-05DD-4F48-BDC0-37DE1102E725}" dt="2024-10-16T12:49:22.667" v="326" actId="478"/>
          <ac:spMkLst>
            <pc:docMk/>
            <pc:sldMk cId="539774315" sldId="259"/>
            <ac:spMk id="10" creationId="{1FA4D939-5640-F96F-0CF4-E39DB8B5BEE8}"/>
          </ac:spMkLst>
        </pc:spChg>
        <pc:spChg chg="add del mod">
          <ac:chgData name="Jake Nielsen" userId="84f67d8a744ecbbb" providerId="LiveId" clId="{B60E1438-05DD-4F48-BDC0-37DE1102E725}" dt="2024-10-16T13:45:38.796" v="688" actId="11529"/>
          <ac:spMkLst>
            <pc:docMk/>
            <pc:sldMk cId="539774315" sldId="259"/>
            <ac:spMk id="17" creationId="{ECC52938-5BC3-E3F2-EDFB-9C3C0BEEA8D0}"/>
          </ac:spMkLst>
        </pc:spChg>
        <pc:spChg chg="add mod">
          <ac:chgData name="Jake Nielsen" userId="84f67d8a744ecbbb" providerId="LiveId" clId="{B60E1438-05DD-4F48-BDC0-37DE1102E725}" dt="2024-10-17T07:00:29.296" v="1243" actId="692"/>
          <ac:spMkLst>
            <pc:docMk/>
            <pc:sldMk cId="539774315" sldId="259"/>
            <ac:spMk id="18" creationId="{624A776F-5F85-748F-60CA-E8F08BDB482B}"/>
          </ac:spMkLst>
        </pc:spChg>
        <pc:picChg chg="add del mod ord">
          <ac:chgData name="Jake Nielsen" userId="84f67d8a744ecbbb" providerId="LiveId" clId="{B60E1438-05DD-4F48-BDC0-37DE1102E725}" dt="2024-10-16T12:49:11.759" v="324" actId="478"/>
          <ac:picMkLst>
            <pc:docMk/>
            <pc:sldMk cId="539774315" sldId="259"/>
            <ac:picMk id="5" creationId="{C320F29A-3561-7B1F-9F28-5C232CC55A24}"/>
          </ac:picMkLst>
        </pc:picChg>
        <pc:picChg chg="add del mod">
          <ac:chgData name="Jake Nielsen" userId="84f67d8a744ecbbb" providerId="LiveId" clId="{B60E1438-05DD-4F48-BDC0-37DE1102E725}" dt="2024-10-16T13:43:20.068" v="661" actId="478"/>
          <ac:picMkLst>
            <pc:docMk/>
            <pc:sldMk cId="539774315" sldId="259"/>
            <ac:picMk id="8" creationId="{BB1F753E-5C07-915E-1BE5-C6F98D7ECA4D}"/>
          </ac:picMkLst>
        </pc:picChg>
        <pc:picChg chg="add mod">
          <ac:chgData name="Jake Nielsen" userId="84f67d8a744ecbbb" providerId="LiveId" clId="{B60E1438-05DD-4F48-BDC0-37DE1102E725}" dt="2024-10-16T13:43:29.920" v="664" actId="1076"/>
          <ac:picMkLst>
            <pc:docMk/>
            <pc:sldMk cId="539774315" sldId="259"/>
            <ac:picMk id="12" creationId="{69F4A995-5A07-7AEE-20EB-27139A9FEC45}"/>
          </ac:picMkLst>
        </pc:picChg>
        <pc:inkChg chg="add del">
          <ac:chgData name="Jake Nielsen" userId="84f67d8a744ecbbb" providerId="LiveId" clId="{B60E1438-05DD-4F48-BDC0-37DE1102E725}" dt="2024-10-16T13:44:28.234" v="678" actId="9405"/>
          <ac:inkMkLst>
            <pc:docMk/>
            <pc:sldMk cId="539774315" sldId="259"/>
            <ac:inkMk id="13" creationId="{D7433CFC-4EDC-DBF2-8CBB-8B3EA946A80A}"/>
          </ac:inkMkLst>
        </pc:inkChg>
        <pc:inkChg chg="add del">
          <ac:chgData name="Jake Nielsen" userId="84f67d8a744ecbbb" providerId="LiveId" clId="{B60E1438-05DD-4F48-BDC0-37DE1102E725}" dt="2024-10-16T13:45:02.109" v="684" actId="9405"/>
          <ac:inkMkLst>
            <pc:docMk/>
            <pc:sldMk cId="539774315" sldId="259"/>
            <ac:inkMk id="14" creationId="{0E457B84-5DDC-CD83-4EBA-B0AC49A3B879}"/>
          </ac:inkMkLst>
        </pc:inkChg>
        <pc:inkChg chg="add del">
          <ac:chgData name="Jake Nielsen" userId="84f67d8a744ecbbb" providerId="LiveId" clId="{B60E1438-05DD-4F48-BDC0-37DE1102E725}" dt="2024-10-16T13:45:01.578" v="683" actId="9405"/>
          <ac:inkMkLst>
            <pc:docMk/>
            <pc:sldMk cId="539774315" sldId="259"/>
            <ac:inkMk id="15" creationId="{A6214965-0E26-3121-1824-C30E049AD8FA}"/>
          </ac:inkMkLst>
        </pc:inkChg>
        <pc:inkChg chg="add del">
          <ac:chgData name="Jake Nielsen" userId="84f67d8a744ecbbb" providerId="LiveId" clId="{B60E1438-05DD-4F48-BDC0-37DE1102E725}" dt="2024-10-16T13:45:01.358" v="682" actId="9405"/>
          <ac:inkMkLst>
            <pc:docMk/>
            <pc:sldMk cId="539774315" sldId="259"/>
            <ac:inkMk id="16" creationId="{0ABEEB3F-892C-6816-8D6E-9B9F39B860E7}"/>
          </ac:inkMkLst>
        </pc:inkChg>
      </pc:sldChg>
      <pc:sldChg chg="addSp delSp modSp mod setBg modClrScheme chgLayout">
        <pc:chgData name="Jake Nielsen" userId="84f67d8a744ecbbb" providerId="LiveId" clId="{B60E1438-05DD-4F48-BDC0-37DE1102E725}" dt="2024-10-17T23:59:23.496" v="1422" actId="113"/>
        <pc:sldMkLst>
          <pc:docMk/>
          <pc:sldMk cId="1972717160" sldId="260"/>
        </pc:sldMkLst>
        <pc:spChg chg="add del mod ord">
          <ac:chgData name="Jake Nielsen" userId="84f67d8a744ecbbb" providerId="LiveId" clId="{B60E1438-05DD-4F48-BDC0-37DE1102E725}" dt="2024-10-16T12:55:25.599" v="384" actId="478"/>
          <ac:spMkLst>
            <pc:docMk/>
            <pc:sldMk cId="1972717160" sldId="260"/>
            <ac:spMk id="5" creationId="{8E52DA2F-B2F2-0329-6BEC-0331A04CA580}"/>
          </ac:spMkLst>
        </pc:spChg>
        <pc:spChg chg="add del mod ord">
          <ac:chgData name="Jake Nielsen" userId="84f67d8a744ecbbb" providerId="LiveId" clId="{B60E1438-05DD-4F48-BDC0-37DE1102E725}" dt="2024-10-16T13:48:29.584" v="761" actId="478"/>
          <ac:spMkLst>
            <pc:docMk/>
            <pc:sldMk cId="1972717160" sldId="260"/>
            <ac:spMk id="6" creationId="{309D86CC-A64D-9CD2-7550-F109E9AE9B6B}"/>
          </ac:spMkLst>
        </pc:spChg>
        <pc:spChg chg="add mod">
          <ac:chgData name="Jake Nielsen" userId="84f67d8a744ecbbb" providerId="LiveId" clId="{B60E1438-05DD-4F48-BDC0-37DE1102E725}" dt="2024-10-17T23:59:23.496" v="1422" actId="113"/>
          <ac:spMkLst>
            <pc:docMk/>
            <pc:sldMk cId="1972717160" sldId="260"/>
            <ac:spMk id="7" creationId="{063AB182-95AA-523E-2C95-06A86E844C53}"/>
          </ac:spMkLst>
        </pc:spChg>
        <pc:spChg chg="add del">
          <ac:chgData name="Jake Nielsen" userId="84f67d8a744ecbbb" providerId="LiveId" clId="{B60E1438-05DD-4F48-BDC0-37DE1102E725}" dt="2024-10-16T10:56:25.969" v="243" actId="26606"/>
          <ac:spMkLst>
            <pc:docMk/>
            <pc:sldMk cId="1972717160" sldId="260"/>
            <ac:spMk id="8" creationId="{F3060C83-F051-4F0E-ABAD-AA0DFC48B218}"/>
          </ac:spMkLst>
        </pc:spChg>
        <pc:spChg chg="add del">
          <ac:chgData name="Jake Nielsen" userId="84f67d8a744ecbbb" providerId="LiveId" clId="{B60E1438-05DD-4F48-BDC0-37DE1102E725}" dt="2024-10-16T10:56:25.969" v="243" actId="26606"/>
          <ac:spMkLst>
            <pc:docMk/>
            <pc:sldMk cId="1972717160" sldId="260"/>
            <ac:spMk id="10" creationId="{83C98ABE-055B-441F-B07E-44F97F083C39}"/>
          </ac:spMkLst>
        </pc:spChg>
        <pc:spChg chg="add del">
          <ac:chgData name="Jake Nielsen" userId="84f67d8a744ecbbb" providerId="LiveId" clId="{B60E1438-05DD-4F48-BDC0-37DE1102E725}" dt="2024-10-16T10:56:25.969" v="243" actId="26606"/>
          <ac:spMkLst>
            <pc:docMk/>
            <pc:sldMk cId="1972717160" sldId="260"/>
            <ac:spMk id="12" creationId="{29FDB030-9B49-4CED-8CCD-4D99382388AC}"/>
          </ac:spMkLst>
        </pc:spChg>
        <pc:spChg chg="add del">
          <ac:chgData name="Jake Nielsen" userId="84f67d8a744ecbbb" providerId="LiveId" clId="{B60E1438-05DD-4F48-BDC0-37DE1102E725}" dt="2024-10-16T10:56:25.969" v="243" actId="26606"/>
          <ac:spMkLst>
            <pc:docMk/>
            <pc:sldMk cId="1972717160" sldId="260"/>
            <ac:spMk id="14" creationId="{3783CA14-24A1-485C-8B30-D6A5D87987AD}"/>
          </ac:spMkLst>
        </pc:spChg>
        <pc:spChg chg="add del">
          <ac:chgData name="Jake Nielsen" userId="84f67d8a744ecbbb" providerId="LiveId" clId="{B60E1438-05DD-4F48-BDC0-37DE1102E725}" dt="2024-10-16T10:56:25.969" v="243" actId="26606"/>
          <ac:spMkLst>
            <pc:docMk/>
            <pc:sldMk cId="1972717160" sldId="260"/>
            <ac:spMk id="16" creationId="{9A97C86A-04D6-40F7-AE84-31AB43E6A846}"/>
          </ac:spMkLst>
        </pc:spChg>
        <pc:spChg chg="add del">
          <ac:chgData name="Jake Nielsen" userId="84f67d8a744ecbbb" providerId="LiveId" clId="{B60E1438-05DD-4F48-BDC0-37DE1102E725}" dt="2024-10-16T10:56:25.969" v="243" actId="26606"/>
          <ac:spMkLst>
            <pc:docMk/>
            <pc:sldMk cId="1972717160" sldId="260"/>
            <ac:spMk id="18" creationId="{FF9F2414-84E8-453E-B1F3-389FDE8192D9}"/>
          </ac:spMkLst>
        </pc:spChg>
        <pc:spChg chg="add del">
          <ac:chgData name="Jake Nielsen" userId="84f67d8a744ecbbb" providerId="LiveId" clId="{B60E1438-05DD-4F48-BDC0-37DE1102E725}" dt="2024-10-16T10:56:25.969" v="243" actId="26606"/>
          <ac:spMkLst>
            <pc:docMk/>
            <pc:sldMk cId="1972717160" sldId="260"/>
            <ac:spMk id="20" creationId="{3ECA69A1-7536-43AC-85EF-C7106179F5ED}"/>
          </ac:spMkLst>
        </pc:spChg>
        <pc:picChg chg="add mod">
          <ac:chgData name="Jake Nielsen" userId="84f67d8a744ecbbb" providerId="LiveId" clId="{B60E1438-05DD-4F48-BDC0-37DE1102E725}" dt="2024-10-17T23:56:27.105" v="1396" actId="1076"/>
          <ac:picMkLst>
            <pc:docMk/>
            <pc:sldMk cId="1972717160" sldId="260"/>
            <ac:picMk id="2" creationId="{72AD4D42-9201-8D11-2E11-F96CD32C7272}"/>
          </ac:picMkLst>
        </pc:picChg>
        <pc:picChg chg="add del mod">
          <ac:chgData name="Jake Nielsen" userId="84f67d8a744ecbbb" providerId="LiveId" clId="{B60E1438-05DD-4F48-BDC0-37DE1102E725}" dt="2024-10-16T12:53:33.833" v="355" actId="478"/>
          <ac:picMkLst>
            <pc:docMk/>
            <pc:sldMk cId="1972717160" sldId="260"/>
            <ac:picMk id="3" creationId="{CE84544D-62D1-0449-9236-D878F08F70E1}"/>
          </ac:picMkLst>
        </pc:picChg>
        <pc:picChg chg="add del mod">
          <ac:chgData name="Jake Nielsen" userId="84f67d8a744ecbbb" providerId="LiveId" clId="{B60E1438-05DD-4F48-BDC0-37DE1102E725}" dt="2024-10-16T14:06:02.124" v="840" actId="478"/>
          <ac:picMkLst>
            <pc:docMk/>
            <pc:sldMk cId="1972717160" sldId="260"/>
            <ac:picMk id="4" creationId="{020C29DE-AA6D-95D6-6B26-38B170B292C0}"/>
          </ac:picMkLst>
        </pc:picChg>
        <pc:picChg chg="add del mod">
          <ac:chgData name="Jake Nielsen" userId="84f67d8a744ecbbb" providerId="LiveId" clId="{B60E1438-05DD-4F48-BDC0-37DE1102E725}" dt="2024-10-17T23:56:02.855" v="1392" actId="478"/>
          <ac:picMkLst>
            <pc:docMk/>
            <pc:sldMk cId="1972717160" sldId="260"/>
            <ac:picMk id="11" creationId="{7D2FF8FA-C8E5-8198-51C2-2F04F8D724B5}"/>
          </ac:picMkLst>
        </pc:picChg>
      </pc:sldChg>
      <pc:sldChg chg="addSp delSp modSp mod setBg setClrOvrMap delDesignElem">
        <pc:chgData name="Jake Nielsen" userId="84f67d8a744ecbbb" providerId="LiveId" clId="{B60E1438-05DD-4F48-BDC0-37DE1102E725}" dt="2024-10-17T06:56:10.556" v="1171" actId="20577"/>
        <pc:sldMkLst>
          <pc:docMk/>
          <pc:sldMk cId="1637297846" sldId="261"/>
        </pc:sldMkLst>
        <pc:spChg chg="mod">
          <ac:chgData name="Jake Nielsen" userId="84f67d8a744ecbbb" providerId="LiveId" clId="{B60E1438-05DD-4F48-BDC0-37DE1102E725}" dt="2024-10-16T13:36:04.315" v="632" actId="26606"/>
          <ac:spMkLst>
            <pc:docMk/>
            <pc:sldMk cId="1637297846" sldId="261"/>
            <ac:spMk id="2" creationId="{0B8C7A12-FA67-3F07-48D6-AD438931D84C}"/>
          </ac:spMkLst>
        </pc:spChg>
        <pc:spChg chg="add del mod">
          <ac:chgData name="Jake Nielsen" userId="84f67d8a744ecbbb" providerId="LiveId" clId="{B60E1438-05DD-4F48-BDC0-37DE1102E725}" dt="2024-10-16T13:36:04.315" v="632" actId="26606"/>
          <ac:spMkLst>
            <pc:docMk/>
            <pc:sldMk cId="1637297846" sldId="261"/>
            <ac:spMk id="3" creationId="{0F7CA42C-9327-D5E5-1E05-933054CAAA93}"/>
          </ac:spMkLst>
        </pc:spChg>
        <pc:spChg chg="mod">
          <ac:chgData name="Jake Nielsen" userId="84f67d8a744ecbbb" providerId="LiveId" clId="{B60E1438-05DD-4F48-BDC0-37DE1102E725}" dt="2024-10-16T14:12:07.984" v="874"/>
          <ac:spMkLst>
            <pc:docMk/>
            <pc:sldMk cId="1637297846" sldId="261"/>
            <ac:spMk id="4" creationId="{322F9786-999D-9687-9EEF-01891C1635DE}"/>
          </ac:spMkLst>
        </pc:spChg>
        <pc:spChg chg="add">
          <ac:chgData name="Jake Nielsen" userId="84f67d8a744ecbbb" providerId="LiveId" clId="{B60E1438-05DD-4F48-BDC0-37DE1102E725}" dt="2024-10-16T12:43:39.513" v="244"/>
          <ac:spMkLst>
            <pc:docMk/>
            <pc:sldMk cId="1637297846" sldId="261"/>
            <ac:spMk id="5" creationId="{86F9A9C8-BC4B-B757-EE4F-E57203B62B6E}"/>
          </ac:spMkLst>
        </pc:spChg>
        <pc:spChg chg="add del">
          <ac:chgData name="Jake Nielsen" userId="84f67d8a744ecbbb" providerId="LiveId" clId="{B60E1438-05DD-4F48-BDC0-37DE1102E725}" dt="2024-10-16T13:38:40.689" v="644"/>
          <ac:spMkLst>
            <pc:docMk/>
            <pc:sldMk cId="1637297846" sldId="261"/>
            <ac:spMk id="10" creationId="{96CF2A2B-0745-440C-9224-C5C6A0A4286F}"/>
          </ac:spMkLst>
        </pc:spChg>
        <pc:spChg chg="add del">
          <ac:chgData name="Jake Nielsen" userId="84f67d8a744ecbbb" providerId="LiveId" clId="{B60E1438-05DD-4F48-BDC0-37DE1102E725}" dt="2024-10-16T13:36:04.315" v="631" actId="26606"/>
          <ac:spMkLst>
            <pc:docMk/>
            <pc:sldMk cId="1637297846" sldId="261"/>
            <ac:spMk id="11" creationId="{9228552E-C8B1-4A80-8448-0787CE0FC704}"/>
          </ac:spMkLst>
        </pc:spChg>
        <pc:spChg chg="add del">
          <ac:chgData name="Jake Nielsen" userId="84f67d8a744ecbbb" providerId="LiveId" clId="{B60E1438-05DD-4F48-BDC0-37DE1102E725}" dt="2024-10-16T13:38:40.689" v="644"/>
          <ac:spMkLst>
            <pc:docMk/>
            <pc:sldMk cId="1637297846" sldId="261"/>
            <ac:spMk id="12" creationId="{75BE6D6B-84C9-4D2B-97EB-773B7369EF82}"/>
          </ac:spMkLst>
        </pc:spChg>
        <pc:spChg chg="add mod">
          <ac:chgData name="Jake Nielsen" userId="84f67d8a744ecbbb" providerId="LiveId" clId="{B60E1438-05DD-4F48-BDC0-37DE1102E725}" dt="2024-10-17T06:56:10.556" v="1171" actId="20577"/>
          <ac:spMkLst>
            <pc:docMk/>
            <pc:sldMk cId="1637297846" sldId="261"/>
            <ac:spMk id="14" creationId="{0F7CA42C-9327-D5E5-1E05-933054CAAA93}"/>
          </ac:spMkLst>
        </pc:spChg>
        <pc:graphicFrameChg chg="add del">
          <ac:chgData name="Jake Nielsen" userId="84f67d8a744ecbbb" providerId="LiveId" clId="{B60E1438-05DD-4F48-BDC0-37DE1102E725}" dt="2024-10-16T13:36:04.315" v="631" actId="26606"/>
          <ac:graphicFrameMkLst>
            <pc:docMk/>
            <pc:sldMk cId="1637297846" sldId="261"/>
            <ac:graphicFrameMk id="6" creationId="{DF10028A-C729-4D9D-4CBB-35C5B18BF0CC}"/>
          </ac:graphicFrameMkLst>
        </pc:graphicFrameChg>
        <pc:picChg chg="add del">
          <ac:chgData name="Jake Nielsen" userId="84f67d8a744ecbbb" providerId="LiveId" clId="{B60E1438-05DD-4F48-BDC0-37DE1102E725}" dt="2024-10-16T13:36:04.315" v="631" actId="26606"/>
          <ac:picMkLst>
            <pc:docMk/>
            <pc:sldMk cId="1637297846" sldId="261"/>
            <ac:picMk id="7" creationId="{9B3E0ED7-28B8-4DD6-6B20-6328CCDE4ACC}"/>
          </ac:picMkLst>
        </pc:picChg>
        <pc:picChg chg="add">
          <ac:chgData name="Jake Nielsen" userId="84f67d8a744ecbbb" providerId="LiveId" clId="{B60E1438-05DD-4F48-BDC0-37DE1102E725}" dt="2024-10-16T13:36:04.315" v="632" actId="26606"/>
          <ac:picMkLst>
            <pc:docMk/>
            <pc:sldMk cId="1637297846" sldId="261"/>
            <ac:picMk id="13" creationId="{9507DFD1-D63C-0FF0-75BB-A0C27A88AD6B}"/>
          </ac:picMkLst>
        </pc:picChg>
        <pc:cxnChg chg="add mod">
          <ac:chgData name="Jake Nielsen" userId="84f67d8a744ecbbb" providerId="LiveId" clId="{B60E1438-05DD-4F48-BDC0-37DE1102E725}" dt="2024-10-17T06:55:08.457" v="1071" actId="692"/>
          <ac:cxnSpMkLst>
            <pc:docMk/>
            <pc:sldMk cId="1637297846" sldId="261"/>
            <ac:cxnSpMk id="5" creationId="{2F27D021-F55C-D395-808D-AE64766E5225}"/>
          </ac:cxnSpMkLst>
        </pc:cxnChg>
        <pc:cxnChg chg="add mod">
          <ac:chgData name="Jake Nielsen" userId="84f67d8a744ecbbb" providerId="LiveId" clId="{B60E1438-05DD-4F48-BDC0-37DE1102E725}" dt="2024-10-17T06:55:52.122" v="1125" actId="1076"/>
          <ac:cxnSpMkLst>
            <pc:docMk/>
            <pc:sldMk cId="1637297846" sldId="261"/>
            <ac:cxnSpMk id="6" creationId="{5A2BF3BB-9B7B-B6EA-72F4-C26636E1D488}"/>
          </ac:cxnSpMkLst>
        </pc:cxnChg>
      </pc:sldChg>
      <pc:sldChg chg="addSp delSp modSp mod ord setBg">
        <pc:chgData name="Jake Nielsen" userId="84f67d8a744ecbbb" providerId="LiveId" clId="{B60E1438-05DD-4F48-BDC0-37DE1102E725}" dt="2024-10-18T00:57:39.153" v="1615" actId="20577"/>
        <pc:sldMkLst>
          <pc:docMk/>
          <pc:sldMk cId="939957182" sldId="262"/>
        </pc:sldMkLst>
        <pc:spChg chg="mod">
          <ac:chgData name="Jake Nielsen" userId="84f67d8a744ecbbb" providerId="LiveId" clId="{B60E1438-05DD-4F48-BDC0-37DE1102E725}" dt="2024-10-16T14:12:07.984" v="874"/>
          <ac:spMkLst>
            <pc:docMk/>
            <pc:sldMk cId="939957182" sldId="262"/>
            <ac:spMk id="2" creationId="{AC91160D-53E3-033A-2798-9E33AD9AC261}"/>
          </ac:spMkLst>
        </pc:spChg>
        <pc:spChg chg="del mod">
          <ac:chgData name="Jake Nielsen" userId="84f67d8a744ecbbb" providerId="LiveId" clId="{B60E1438-05DD-4F48-BDC0-37DE1102E725}" dt="2024-10-16T13:39:18.956" v="646" actId="26606"/>
          <ac:spMkLst>
            <pc:docMk/>
            <pc:sldMk cId="939957182" sldId="262"/>
            <ac:spMk id="3" creationId="{C0BA592D-5620-7D77-2EA7-3152923F2933}"/>
          </ac:spMkLst>
        </pc:spChg>
        <pc:spChg chg="mod">
          <ac:chgData name="Jake Nielsen" userId="84f67d8a744ecbbb" providerId="LiveId" clId="{B60E1438-05DD-4F48-BDC0-37DE1102E725}" dt="2024-10-16T14:12:07.984" v="874"/>
          <ac:spMkLst>
            <pc:docMk/>
            <pc:sldMk cId="939957182" sldId="262"/>
            <ac:spMk id="4" creationId="{657B107C-C926-620E-E4F6-722D327F8477}"/>
          </ac:spMkLst>
        </pc:spChg>
        <pc:graphicFrameChg chg="add mod">
          <ac:chgData name="Jake Nielsen" userId="84f67d8a744ecbbb" providerId="LiveId" clId="{B60E1438-05DD-4F48-BDC0-37DE1102E725}" dt="2024-10-18T00:57:39.153" v="1615" actId="20577"/>
          <ac:graphicFrameMkLst>
            <pc:docMk/>
            <pc:sldMk cId="939957182" sldId="262"/>
            <ac:graphicFrameMk id="6" creationId="{B9C5EB26-9862-C859-B549-4CC2E4B7827D}"/>
          </ac:graphicFrameMkLst>
        </pc:graphicFrameChg>
      </pc:sldChg>
      <pc:sldChg chg="addSp delSp modSp mod ord setBg setClrOvrMap delDesignElem">
        <pc:chgData name="Jake Nielsen" userId="84f67d8a744ecbbb" providerId="LiveId" clId="{B60E1438-05DD-4F48-BDC0-37DE1102E725}" dt="2024-10-18T01:05:20.206" v="1640" actId="20577"/>
        <pc:sldMkLst>
          <pc:docMk/>
          <pc:sldMk cId="3345594093" sldId="263"/>
        </pc:sldMkLst>
        <pc:spChg chg="mod">
          <ac:chgData name="Jake Nielsen" userId="84f67d8a744ecbbb" providerId="LiveId" clId="{B60E1438-05DD-4F48-BDC0-37DE1102E725}" dt="2024-10-16T13:39:46.385" v="653" actId="26606"/>
          <ac:spMkLst>
            <pc:docMk/>
            <pc:sldMk cId="3345594093" sldId="263"/>
            <ac:spMk id="2" creationId="{AC91160D-53E3-033A-2798-9E33AD9AC261}"/>
          </ac:spMkLst>
        </pc:spChg>
        <pc:spChg chg="add del mod">
          <ac:chgData name="Jake Nielsen" userId="84f67d8a744ecbbb" providerId="LiveId" clId="{B60E1438-05DD-4F48-BDC0-37DE1102E725}" dt="2024-10-16T13:39:46.385" v="653" actId="26606"/>
          <ac:spMkLst>
            <pc:docMk/>
            <pc:sldMk cId="3345594093" sldId="263"/>
            <ac:spMk id="3" creationId="{C0BA592D-5620-7D77-2EA7-3152923F2933}"/>
          </ac:spMkLst>
        </pc:spChg>
        <pc:spChg chg="mod">
          <ac:chgData name="Jake Nielsen" userId="84f67d8a744ecbbb" providerId="LiveId" clId="{B60E1438-05DD-4F48-BDC0-37DE1102E725}" dt="2024-10-16T13:39:46.385" v="653" actId="26606"/>
          <ac:spMkLst>
            <pc:docMk/>
            <pc:sldMk cId="3345594093" sldId="263"/>
            <ac:spMk id="4" creationId="{657B107C-C926-620E-E4F6-722D327F8477}"/>
          </ac:spMkLst>
        </pc:spChg>
        <pc:spChg chg="add mod">
          <ac:chgData name="Jake Nielsen" userId="84f67d8a744ecbbb" providerId="LiveId" clId="{B60E1438-05DD-4F48-BDC0-37DE1102E725}" dt="2024-10-16T08:51:33.800" v="119"/>
          <ac:spMkLst>
            <pc:docMk/>
            <pc:sldMk cId="3345594093" sldId="263"/>
            <ac:spMk id="5" creationId="{9A7D9108-25C6-B2DA-A2D6-E56B9AC38107}"/>
          </ac:spMkLst>
        </pc:spChg>
        <pc:spChg chg="add del">
          <ac:chgData name="Jake Nielsen" userId="84f67d8a744ecbbb" providerId="LiveId" clId="{B60E1438-05DD-4F48-BDC0-37DE1102E725}" dt="2024-10-16T13:39:42.819" v="650" actId="26606"/>
          <ac:spMkLst>
            <pc:docMk/>
            <pc:sldMk cId="3345594093" sldId="263"/>
            <ac:spMk id="9" creationId="{50E53EDA-3B94-4F6B-9E86-D3BB9EBB9616}"/>
          </ac:spMkLst>
        </pc:spChg>
        <pc:spChg chg="add del">
          <ac:chgData name="Jake Nielsen" userId="84f67d8a744ecbbb" providerId="LiveId" clId="{B60E1438-05DD-4F48-BDC0-37DE1102E725}" dt="2024-10-16T13:39:41.194" v="648" actId="26606"/>
          <ac:spMkLst>
            <pc:docMk/>
            <pc:sldMk cId="3345594093" sldId="263"/>
            <ac:spMk id="10" creationId="{75F65CD9-825D-44BD-8681-D42D260D4C63}"/>
          </ac:spMkLst>
        </pc:spChg>
        <pc:spChg chg="add del">
          <ac:chgData name="Jake Nielsen" userId="84f67d8a744ecbbb" providerId="LiveId" clId="{B60E1438-05DD-4F48-BDC0-37DE1102E725}" dt="2024-10-16T13:39:41.194" v="648" actId="26606"/>
          <ac:spMkLst>
            <pc:docMk/>
            <pc:sldMk cId="3345594093" sldId="263"/>
            <ac:spMk id="12" creationId="{B2F64C47-BE0B-4DA4-A62F-C6922DD2082F}"/>
          </ac:spMkLst>
        </pc:spChg>
        <pc:spChg chg="add del">
          <ac:chgData name="Jake Nielsen" userId="84f67d8a744ecbbb" providerId="LiveId" clId="{B60E1438-05DD-4F48-BDC0-37DE1102E725}" dt="2024-10-16T13:39:42.819" v="650" actId="26606"/>
          <ac:spMkLst>
            <pc:docMk/>
            <pc:sldMk cId="3345594093" sldId="263"/>
            <ac:spMk id="14" creationId="{C0BA592D-5620-7D77-2EA7-3152923F2933}"/>
          </ac:spMkLst>
        </pc:spChg>
        <pc:spChg chg="add del">
          <ac:chgData name="Jake Nielsen" userId="84f67d8a744ecbbb" providerId="LiveId" clId="{B60E1438-05DD-4F48-BDC0-37DE1102E725}" dt="2024-10-16T14:11:27.433" v="870"/>
          <ac:spMkLst>
            <pc:docMk/>
            <pc:sldMk cId="3345594093" sldId="263"/>
            <ac:spMk id="18" creationId="{50E53EDA-3B94-4F6B-9E86-D3BB9EBB9616}"/>
          </ac:spMkLst>
        </pc:spChg>
        <pc:spChg chg="add mod">
          <ac:chgData name="Jake Nielsen" userId="84f67d8a744ecbbb" providerId="LiveId" clId="{B60E1438-05DD-4F48-BDC0-37DE1102E725}" dt="2024-10-18T01:05:20.206" v="1640" actId="20577"/>
          <ac:spMkLst>
            <pc:docMk/>
            <pc:sldMk cId="3345594093" sldId="263"/>
            <ac:spMk id="20" creationId="{C0BA592D-5620-7D77-2EA7-3152923F2933}"/>
          </ac:spMkLst>
        </pc:spChg>
        <pc:graphicFrameChg chg="add del">
          <ac:chgData name="Jake Nielsen" userId="84f67d8a744ecbbb" providerId="LiveId" clId="{B60E1438-05DD-4F48-BDC0-37DE1102E725}" dt="2024-10-16T13:39:41.194" v="648" actId="26606"/>
          <ac:graphicFrameMkLst>
            <pc:docMk/>
            <pc:sldMk cId="3345594093" sldId="263"/>
            <ac:graphicFrameMk id="6" creationId="{E6A246C3-774E-32E6-376B-F6986117DE88}"/>
          </ac:graphicFrameMkLst>
        </pc:graphicFrameChg>
        <pc:graphicFrameChg chg="add del">
          <ac:chgData name="Jake Nielsen" userId="84f67d8a744ecbbb" providerId="LiveId" clId="{B60E1438-05DD-4F48-BDC0-37DE1102E725}" dt="2024-10-16T13:39:46.369" v="652" actId="26606"/>
          <ac:graphicFrameMkLst>
            <pc:docMk/>
            <pc:sldMk cId="3345594093" sldId="263"/>
            <ac:graphicFrameMk id="16" creationId="{203F3961-B142-347F-68A0-F034AEA64815}"/>
          </ac:graphicFrameMkLst>
        </pc:graphicFrameChg>
        <pc:cxnChg chg="add del">
          <ac:chgData name="Jake Nielsen" userId="84f67d8a744ecbbb" providerId="LiveId" clId="{B60E1438-05DD-4F48-BDC0-37DE1102E725}" dt="2024-10-16T13:39:42.819" v="650" actId="26606"/>
          <ac:cxnSpMkLst>
            <pc:docMk/>
            <pc:sldMk cId="3345594093" sldId="263"/>
            <ac:cxnSpMk id="11" creationId="{30EFD79F-7790-479B-B7DB-BD0D8C101DDD}"/>
          </ac:cxnSpMkLst>
        </pc:cxnChg>
        <pc:cxnChg chg="add del">
          <ac:chgData name="Jake Nielsen" userId="84f67d8a744ecbbb" providerId="LiveId" clId="{B60E1438-05DD-4F48-BDC0-37DE1102E725}" dt="2024-10-16T14:11:27.433" v="870"/>
          <ac:cxnSpMkLst>
            <pc:docMk/>
            <pc:sldMk cId="3345594093" sldId="263"/>
            <ac:cxnSpMk id="19" creationId="{30EFD79F-7790-479B-B7DB-BD0D8C101DDD}"/>
          </ac:cxnSpMkLst>
        </pc:cxnChg>
      </pc:sldChg>
      <pc:sldChg chg="addSp delSp modSp mod setBg">
        <pc:chgData name="Jake Nielsen" userId="84f67d8a744ecbbb" providerId="LiveId" clId="{B60E1438-05DD-4F48-BDC0-37DE1102E725}" dt="2024-10-16T14:30:25.915" v="879" actId="14100"/>
        <pc:sldMkLst>
          <pc:docMk/>
          <pc:sldMk cId="319414889" sldId="264"/>
        </pc:sldMkLst>
        <pc:spChg chg="del mod">
          <ac:chgData name="Jake Nielsen" userId="84f67d8a744ecbbb" providerId="LiveId" clId="{B60E1438-05DD-4F48-BDC0-37DE1102E725}" dt="2024-10-16T14:08:55.055" v="851" actId="478"/>
          <ac:spMkLst>
            <pc:docMk/>
            <pc:sldMk cId="319414889" sldId="264"/>
            <ac:spMk id="2" creationId="{17B3229F-C8D9-7ABE-B4DF-3F6B94765A73}"/>
          </ac:spMkLst>
        </pc:spChg>
        <pc:spChg chg="del">
          <ac:chgData name="Jake Nielsen" userId="84f67d8a744ecbbb" providerId="LiveId" clId="{B60E1438-05DD-4F48-BDC0-37DE1102E725}" dt="2024-10-16T10:44:15.863" v="232" actId="22"/>
          <ac:spMkLst>
            <pc:docMk/>
            <pc:sldMk cId="319414889" sldId="264"/>
            <ac:spMk id="3" creationId="{67189C49-22CA-6AB4-6476-63D022F3E6C0}"/>
          </ac:spMkLst>
        </pc:spChg>
        <pc:spChg chg="mod">
          <ac:chgData name="Jake Nielsen" userId="84f67d8a744ecbbb" providerId="LiveId" clId="{B60E1438-05DD-4F48-BDC0-37DE1102E725}" dt="2024-10-16T14:12:17.668" v="875" actId="26606"/>
          <ac:spMkLst>
            <pc:docMk/>
            <pc:sldMk cId="319414889" sldId="264"/>
            <ac:spMk id="4" creationId="{B2075799-ECC0-B9F9-038C-29DF5F239AAD}"/>
          </ac:spMkLst>
        </pc:spChg>
        <pc:spChg chg="add del mod">
          <ac:chgData name="Jake Nielsen" userId="84f67d8a744ecbbb" providerId="LiveId" clId="{B60E1438-05DD-4F48-BDC0-37DE1102E725}" dt="2024-10-16T10:49:49.163" v="239" actId="22"/>
          <ac:spMkLst>
            <pc:docMk/>
            <pc:sldMk cId="319414889" sldId="264"/>
            <ac:spMk id="8" creationId="{93AE0B0F-4480-79BB-587F-67AAA5E4D6D5}"/>
          </ac:spMkLst>
        </pc:spChg>
        <pc:spChg chg="add del mod">
          <ac:chgData name="Jake Nielsen" userId="84f67d8a744ecbbb" providerId="LiveId" clId="{B60E1438-05DD-4F48-BDC0-37DE1102E725}" dt="2024-10-16T14:09:27.981" v="854" actId="478"/>
          <ac:spMkLst>
            <pc:docMk/>
            <pc:sldMk cId="319414889" sldId="264"/>
            <ac:spMk id="12" creationId="{44847424-407E-5A23-B764-95B9A732D650}"/>
          </ac:spMkLst>
        </pc:spChg>
        <pc:spChg chg="add del mod">
          <ac:chgData name="Jake Nielsen" userId="84f67d8a744ecbbb" providerId="LiveId" clId="{B60E1438-05DD-4F48-BDC0-37DE1102E725}" dt="2024-10-16T14:09:02.205" v="852" actId="478"/>
          <ac:spMkLst>
            <pc:docMk/>
            <pc:sldMk cId="319414889" sldId="264"/>
            <ac:spMk id="16" creationId="{9AF56624-B570-083D-2F48-70F6542F3517}"/>
          </ac:spMkLst>
        </pc:spChg>
        <pc:spChg chg="add del mod">
          <ac:chgData name="Jake Nielsen" userId="84f67d8a744ecbbb" providerId="LiveId" clId="{B60E1438-05DD-4F48-BDC0-37DE1102E725}" dt="2024-10-16T14:09:34.014" v="855" actId="478"/>
          <ac:spMkLst>
            <pc:docMk/>
            <pc:sldMk cId="319414889" sldId="264"/>
            <ac:spMk id="18" creationId="{28CE4D44-5894-20F8-74DE-EED7729227ED}"/>
          </ac:spMkLst>
        </pc:spChg>
        <pc:spChg chg="add mod ord">
          <ac:chgData name="Jake Nielsen" userId="84f67d8a744ecbbb" providerId="LiveId" clId="{B60E1438-05DD-4F48-BDC0-37DE1102E725}" dt="2024-10-16T14:30:16.662" v="878" actId="255"/>
          <ac:spMkLst>
            <pc:docMk/>
            <pc:sldMk cId="319414889" sldId="264"/>
            <ac:spMk id="19" creationId="{1184D1E2-9347-20A2-061C-08AA5F990B26}"/>
          </ac:spMkLst>
        </pc:spChg>
        <pc:picChg chg="add del mod ord">
          <ac:chgData name="Jake Nielsen" userId="84f67d8a744ecbbb" providerId="LiveId" clId="{B60E1438-05DD-4F48-BDC0-37DE1102E725}" dt="2024-10-16T10:44:44.511" v="238" actId="478"/>
          <ac:picMkLst>
            <pc:docMk/>
            <pc:sldMk cId="319414889" sldId="264"/>
            <ac:picMk id="6" creationId="{C15478C5-D6E9-72E9-5B5F-39238DC89AE8}"/>
          </ac:picMkLst>
        </pc:picChg>
        <pc:picChg chg="add del mod ord">
          <ac:chgData name="Jake Nielsen" userId="84f67d8a744ecbbb" providerId="LiveId" clId="{B60E1438-05DD-4F48-BDC0-37DE1102E725}" dt="2024-10-16T12:48:01.020" v="309" actId="21"/>
          <ac:picMkLst>
            <pc:docMk/>
            <pc:sldMk cId="319414889" sldId="264"/>
            <ac:picMk id="10" creationId="{55F07600-71C8-8D0D-3457-6B4D7F20B42C}"/>
          </ac:picMkLst>
        </pc:picChg>
        <pc:picChg chg="add mod">
          <ac:chgData name="Jake Nielsen" userId="84f67d8a744ecbbb" providerId="LiveId" clId="{B60E1438-05DD-4F48-BDC0-37DE1102E725}" dt="2024-10-16T14:30:25.915" v="879" actId="14100"/>
          <ac:picMkLst>
            <pc:docMk/>
            <pc:sldMk cId="319414889" sldId="264"/>
            <ac:picMk id="14" creationId="{C1EAE29D-E358-9AD2-7457-41358113145D}"/>
          </ac:picMkLst>
        </pc:picChg>
      </pc:sldChg>
      <pc:sldChg chg="addSp delSp modSp mod setBg setClrOvrMap">
        <pc:chgData name="Jake Nielsen" userId="84f67d8a744ecbbb" providerId="LiveId" clId="{B60E1438-05DD-4F48-BDC0-37DE1102E725}" dt="2024-10-16T14:31:40.540" v="883" actId="26606"/>
        <pc:sldMkLst>
          <pc:docMk/>
          <pc:sldMk cId="680681635" sldId="265"/>
        </pc:sldMkLst>
        <pc:spChg chg="mod">
          <ac:chgData name="Jake Nielsen" userId="84f67d8a744ecbbb" providerId="LiveId" clId="{B60E1438-05DD-4F48-BDC0-37DE1102E725}" dt="2024-10-16T14:31:40.540" v="883" actId="26606"/>
          <ac:spMkLst>
            <pc:docMk/>
            <pc:sldMk cId="680681635" sldId="265"/>
            <ac:spMk id="2" creationId="{BF093ACE-4C3D-4812-F57C-EBB9D07A36EA}"/>
          </ac:spMkLst>
        </pc:spChg>
        <pc:spChg chg="add del mod">
          <ac:chgData name="Jake Nielsen" userId="84f67d8a744ecbbb" providerId="LiveId" clId="{B60E1438-05DD-4F48-BDC0-37DE1102E725}" dt="2024-10-16T14:31:40.540" v="883" actId="26606"/>
          <ac:spMkLst>
            <pc:docMk/>
            <pc:sldMk cId="680681635" sldId="265"/>
            <ac:spMk id="3" creationId="{A12FB661-9373-8EBC-31C4-01E12AE1CEA5}"/>
          </ac:spMkLst>
        </pc:spChg>
        <pc:spChg chg="mod">
          <ac:chgData name="Jake Nielsen" userId="84f67d8a744ecbbb" providerId="LiveId" clId="{B60E1438-05DD-4F48-BDC0-37DE1102E725}" dt="2024-10-16T14:31:40.540" v="883" actId="26606"/>
          <ac:spMkLst>
            <pc:docMk/>
            <pc:sldMk cId="680681635" sldId="265"/>
            <ac:spMk id="4" creationId="{843F6496-70BC-0A3B-F4E8-D47A295614B5}"/>
          </ac:spMkLst>
        </pc:spChg>
        <pc:spChg chg="add mod">
          <ac:chgData name="Jake Nielsen" userId="84f67d8a744ecbbb" providerId="LiveId" clId="{B60E1438-05DD-4F48-BDC0-37DE1102E725}" dt="2024-10-16T13:01:51.073" v="467"/>
          <ac:spMkLst>
            <pc:docMk/>
            <pc:sldMk cId="680681635" sldId="265"/>
            <ac:spMk id="5" creationId="{58722B36-AB9C-C77E-40F5-D33A825737EB}"/>
          </ac:spMkLst>
        </pc:spChg>
        <pc:spChg chg="add del">
          <ac:chgData name="Jake Nielsen" userId="84f67d8a744ecbbb" providerId="LiveId" clId="{B60E1438-05DD-4F48-BDC0-37DE1102E725}" dt="2024-10-16T14:31:40.524" v="882" actId="26606"/>
          <ac:spMkLst>
            <pc:docMk/>
            <pc:sldMk cId="680681635" sldId="265"/>
            <ac:spMk id="9" creationId="{66B5BE70-4451-4286-9D79-27C26F755FAC}"/>
          </ac:spMkLst>
        </pc:spChg>
        <pc:spChg chg="add del">
          <ac:chgData name="Jake Nielsen" userId="84f67d8a744ecbbb" providerId="LiveId" clId="{B60E1438-05DD-4F48-BDC0-37DE1102E725}" dt="2024-10-16T14:31:40.524" v="882" actId="26606"/>
          <ac:spMkLst>
            <pc:docMk/>
            <pc:sldMk cId="680681635" sldId="265"/>
            <ac:spMk id="13" creationId="{D58C5A54-E70B-4B9B-A7FE-D3A05561BFD8}"/>
          </ac:spMkLst>
        </pc:spChg>
        <pc:spChg chg="add">
          <ac:chgData name="Jake Nielsen" userId="84f67d8a744ecbbb" providerId="LiveId" clId="{B60E1438-05DD-4F48-BDC0-37DE1102E725}" dt="2024-10-16T14:31:40.540" v="883" actId="26606"/>
          <ac:spMkLst>
            <pc:docMk/>
            <pc:sldMk cId="680681635" sldId="265"/>
            <ac:spMk id="15" creationId="{54309F57-B331-41A7-9154-15EC2AF45A60}"/>
          </ac:spMkLst>
        </pc:spChg>
        <pc:picChg chg="add del">
          <ac:chgData name="Jake Nielsen" userId="84f67d8a744ecbbb" providerId="LiveId" clId="{B60E1438-05DD-4F48-BDC0-37DE1102E725}" dt="2024-10-16T14:31:40.524" v="882" actId="26606"/>
          <ac:picMkLst>
            <pc:docMk/>
            <pc:sldMk cId="680681635" sldId="265"/>
            <ac:picMk id="11" creationId="{8176C668-3F88-414B-AAEE-1785E38D5D59}"/>
          </ac:picMkLst>
        </pc:picChg>
      </pc:sldChg>
      <pc:sldChg chg="addSp delSp modSp new mod setBg setClrOvrMap">
        <pc:chgData name="Jake Nielsen" userId="84f67d8a744ecbbb" providerId="LiveId" clId="{B60E1438-05DD-4F48-BDC0-37DE1102E725}" dt="2024-10-18T00:46:26.235" v="1595"/>
        <pc:sldMkLst>
          <pc:docMk/>
          <pc:sldMk cId="748446871" sldId="266"/>
        </pc:sldMkLst>
        <pc:spChg chg="mod">
          <ac:chgData name="Jake Nielsen" userId="84f67d8a744ecbbb" providerId="LiveId" clId="{B60E1438-05DD-4F48-BDC0-37DE1102E725}" dt="2024-10-16T14:12:07.984" v="874"/>
          <ac:spMkLst>
            <pc:docMk/>
            <pc:sldMk cId="748446871" sldId="266"/>
            <ac:spMk id="2" creationId="{EA8DCF12-28C1-9C05-3B6D-E762231C3494}"/>
          </ac:spMkLst>
        </pc:spChg>
        <pc:spChg chg="add del mod">
          <ac:chgData name="Jake Nielsen" userId="84f67d8a744ecbbb" providerId="LiveId" clId="{B60E1438-05DD-4F48-BDC0-37DE1102E725}" dt="2024-10-18T00:46:26.235" v="1595"/>
          <ac:spMkLst>
            <pc:docMk/>
            <pc:sldMk cId="748446871" sldId="266"/>
            <ac:spMk id="3" creationId="{1A6487FF-D728-120B-8833-59F9D2A9CDB6}"/>
          </ac:spMkLst>
        </pc:spChg>
        <pc:spChg chg="mod">
          <ac:chgData name="Jake Nielsen" userId="84f67d8a744ecbbb" providerId="LiveId" clId="{B60E1438-05DD-4F48-BDC0-37DE1102E725}" dt="2024-10-16T14:12:07.984" v="874"/>
          <ac:spMkLst>
            <pc:docMk/>
            <pc:sldMk cId="748446871" sldId="266"/>
            <ac:spMk id="4" creationId="{E4EB358A-BF93-481D-004A-A756243856EF}"/>
          </ac:spMkLst>
        </pc:spChg>
        <pc:spChg chg="add del">
          <ac:chgData name="Jake Nielsen" userId="84f67d8a744ecbbb" providerId="LiveId" clId="{B60E1438-05DD-4F48-BDC0-37DE1102E725}" dt="2024-10-16T13:38:28.288" v="642" actId="26606"/>
          <ac:spMkLst>
            <pc:docMk/>
            <pc:sldMk cId="748446871" sldId="266"/>
            <ac:spMk id="9" creationId="{A7AE9375-4664-4DB2-922D-2782A6E439AC}"/>
          </ac:spMkLst>
        </pc:spChg>
        <pc:spChg chg="add del">
          <ac:chgData name="Jake Nielsen" userId="84f67d8a744ecbbb" providerId="LiveId" clId="{B60E1438-05DD-4F48-BDC0-37DE1102E725}" dt="2024-10-16T13:38:12.999" v="634" actId="26606"/>
          <ac:spMkLst>
            <pc:docMk/>
            <pc:sldMk cId="748446871" sldId="266"/>
            <ac:spMk id="11" creationId="{9228552E-C8B1-4A80-8448-0787CE0FC704}"/>
          </ac:spMkLst>
        </pc:spChg>
        <pc:spChg chg="add del">
          <ac:chgData name="Jake Nielsen" userId="84f67d8a744ecbbb" providerId="LiveId" clId="{B60E1438-05DD-4F48-BDC0-37DE1102E725}" dt="2024-10-16T13:38:13.957" v="636" actId="26606"/>
          <ac:spMkLst>
            <pc:docMk/>
            <pc:sldMk cId="748446871" sldId="266"/>
            <ac:spMk id="14" creationId="{B50AB553-2A96-4A92-96F2-93548E096954}"/>
          </ac:spMkLst>
        </pc:spChg>
        <pc:spChg chg="add del">
          <ac:chgData name="Jake Nielsen" userId="84f67d8a744ecbbb" providerId="LiveId" clId="{B60E1438-05DD-4F48-BDC0-37DE1102E725}" dt="2024-10-16T13:38:14.477" v="638" actId="26606"/>
          <ac:spMkLst>
            <pc:docMk/>
            <pc:sldMk cId="748446871" sldId="266"/>
            <ac:spMk id="17" creationId="{9228552E-C8B1-4A80-8448-0787CE0FC704}"/>
          </ac:spMkLst>
        </pc:spChg>
        <pc:spChg chg="add del">
          <ac:chgData name="Jake Nielsen" userId="84f67d8a744ecbbb" providerId="LiveId" clId="{B60E1438-05DD-4F48-BDC0-37DE1102E725}" dt="2024-10-16T13:38:14.872" v="640" actId="26606"/>
          <ac:spMkLst>
            <pc:docMk/>
            <pc:sldMk cId="748446871" sldId="266"/>
            <ac:spMk id="22" creationId="{B50AB553-2A96-4A92-96F2-93548E096954}"/>
          </ac:spMkLst>
        </pc:spChg>
        <pc:spChg chg="add del">
          <ac:chgData name="Jake Nielsen" userId="84f67d8a744ecbbb" providerId="LiveId" clId="{B60E1438-05DD-4F48-BDC0-37DE1102E725}" dt="2024-10-16T13:38:28.288" v="642" actId="26606"/>
          <ac:spMkLst>
            <pc:docMk/>
            <pc:sldMk cId="748446871" sldId="266"/>
            <ac:spMk id="26" creationId="{1A6487FF-D728-120B-8833-59F9D2A9CDB6}"/>
          </ac:spMkLst>
        </pc:spChg>
        <pc:spChg chg="add del">
          <ac:chgData name="Jake Nielsen" userId="84f67d8a744ecbbb" providerId="LiveId" clId="{B60E1438-05DD-4F48-BDC0-37DE1102E725}" dt="2024-10-16T13:38:28.288" v="642" actId="26606"/>
          <ac:spMkLst>
            <pc:docMk/>
            <pc:sldMk cId="748446871" sldId="266"/>
            <ac:spMk id="27" creationId="{9DD005C1-8C51-42D6-9BEE-B9B83849743D}"/>
          </ac:spMkLst>
        </pc:spChg>
        <pc:graphicFrameChg chg="add del">
          <ac:chgData name="Jake Nielsen" userId="84f67d8a744ecbbb" providerId="LiveId" clId="{B60E1438-05DD-4F48-BDC0-37DE1102E725}" dt="2024-10-16T13:38:12.999" v="634" actId="26606"/>
          <ac:graphicFrameMkLst>
            <pc:docMk/>
            <pc:sldMk cId="748446871" sldId="266"/>
            <ac:graphicFrameMk id="6" creationId="{7610241A-69E8-42B1-080B-AB67F3F813BE}"/>
          </ac:graphicFrameMkLst>
        </pc:graphicFrameChg>
        <pc:graphicFrameChg chg="add del">
          <ac:chgData name="Jake Nielsen" userId="84f67d8a744ecbbb" providerId="LiveId" clId="{B60E1438-05DD-4F48-BDC0-37DE1102E725}" dt="2024-10-16T13:38:13.957" v="636" actId="26606"/>
          <ac:graphicFrameMkLst>
            <pc:docMk/>
            <pc:sldMk cId="748446871" sldId="266"/>
            <ac:graphicFrameMk id="15" creationId="{832C9217-A02F-1525-7948-B584831A02B2}"/>
          </ac:graphicFrameMkLst>
        </pc:graphicFrameChg>
        <pc:graphicFrameChg chg="add del">
          <ac:chgData name="Jake Nielsen" userId="84f67d8a744ecbbb" providerId="LiveId" clId="{B60E1438-05DD-4F48-BDC0-37DE1102E725}" dt="2024-10-16T13:38:14.477" v="638" actId="26606"/>
          <ac:graphicFrameMkLst>
            <pc:docMk/>
            <pc:sldMk cId="748446871" sldId="266"/>
            <ac:graphicFrameMk id="19" creationId="{7610241A-69E8-42B1-080B-AB67F3F813BE}"/>
          </ac:graphicFrameMkLst>
        </pc:graphicFrameChg>
        <pc:graphicFrameChg chg="add del">
          <ac:chgData name="Jake Nielsen" userId="84f67d8a744ecbbb" providerId="LiveId" clId="{B60E1438-05DD-4F48-BDC0-37DE1102E725}" dt="2024-10-16T13:38:14.872" v="640" actId="26606"/>
          <ac:graphicFrameMkLst>
            <pc:docMk/>
            <pc:sldMk cId="748446871" sldId="266"/>
            <ac:graphicFrameMk id="23" creationId="{832C9217-A02F-1525-7948-B584831A02B2}"/>
          </ac:graphicFrameMkLst>
        </pc:graphicFrameChg>
        <pc:picChg chg="add del">
          <ac:chgData name="Jake Nielsen" userId="84f67d8a744ecbbb" providerId="LiveId" clId="{B60E1438-05DD-4F48-BDC0-37DE1102E725}" dt="2024-10-16T13:38:12.999" v="634" actId="26606"/>
          <ac:picMkLst>
            <pc:docMk/>
            <pc:sldMk cId="748446871" sldId="266"/>
            <ac:picMk id="7" creationId="{E9A7C858-09BF-7511-830A-433040CCEFC3}"/>
          </ac:picMkLst>
        </pc:picChg>
        <pc:picChg chg="add del">
          <ac:chgData name="Jake Nielsen" userId="84f67d8a744ecbbb" providerId="LiveId" clId="{B60E1438-05DD-4F48-BDC0-37DE1102E725}" dt="2024-10-16T13:38:13.957" v="636" actId="26606"/>
          <ac:picMkLst>
            <pc:docMk/>
            <pc:sldMk cId="748446871" sldId="266"/>
            <ac:picMk id="13" creationId="{1DFFD41C-FDF2-8DA4-454F-2897D85DF906}"/>
          </ac:picMkLst>
        </pc:picChg>
        <pc:picChg chg="add del">
          <ac:chgData name="Jake Nielsen" userId="84f67d8a744ecbbb" providerId="LiveId" clId="{B60E1438-05DD-4F48-BDC0-37DE1102E725}" dt="2024-10-16T13:38:14.477" v="638" actId="26606"/>
          <ac:picMkLst>
            <pc:docMk/>
            <pc:sldMk cId="748446871" sldId="266"/>
            <ac:picMk id="18" creationId="{E9A7C858-09BF-7511-830A-433040CCEFC3}"/>
          </ac:picMkLst>
        </pc:picChg>
        <pc:picChg chg="add del">
          <ac:chgData name="Jake Nielsen" userId="84f67d8a744ecbbb" providerId="LiveId" clId="{B60E1438-05DD-4F48-BDC0-37DE1102E725}" dt="2024-10-16T13:38:14.872" v="640" actId="26606"/>
          <ac:picMkLst>
            <pc:docMk/>
            <pc:sldMk cId="748446871" sldId="266"/>
            <ac:picMk id="21" creationId="{1DFFD41C-FDF2-8DA4-454F-2897D85DF906}"/>
          </ac:picMkLst>
        </pc:picChg>
        <pc:cxnChg chg="add del">
          <ac:chgData name="Jake Nielsen" userId="84f67d8a744ecbbb" providerId="LiveId" clId="{B60E1438-05DD-4F48-BDC0-37DE1102E725}" dt="2024-10-16T13:38:28.288" v="642" actId="26606"/>
          <ac:cxnSpMkLst>
            <pc:docMk/>
            <pc:sldMk cId="748446871" sldId="266"/>
            <ac:cxnSpMk id="25" creationId="{EE504C98-6397-41C1-A8D8-2D9C4ED307E0}"/>
          </ac:cxnSpMkLst>
        </pc:cxnChg>
      </pc:sldChg>
      <pc:sldChg chg="addSp delSp modSp mod ord setBg">
        <pc:chgData name="Jake Nielsen" userId="84f67d8a744ecbbb" providerId="LiveId" clId="{B60E1438-05DD-4F48-BDC0-37DE1102E725}" dt="2024-10-16T14:12:34.885" v="876" actId="33524"/>
        <pc:sldMkLst>
          <pc:docMk/>
          <pc:sldMk cId="2595909259" sldId="267"/>
        </pc:sldMkLst>
        <pc:spChg chg="del mod">
          <ac:chgData name="Jake Nielsen" userId="84f67d8a744ecbbb" providerId="LiveId" clId="{B60E1438-05DD-4F48-BDC0-37DE1102E725}" dt="2024-10-16T14:10:25.167" v="860" actId="478"/>
          <ac:spMkLst>
            <pc:docMk/>
            <pc:sldMk cId="2595909259" sldId="267"/>
            <ac:spMk id="2" creationId="{17B3229F-C8D9-7ABE-B4DF-3F6B94765A73}"/>
          </ac:spMkLst>
        </pc:spChg>
        <pc:spChg chg="mod ord">
          <ac:chgData name="Jake Nielsen" userId="84f67d8a744ecbbb" providerId="LiveId" clId="{B60E1438-05DD-4F48-BDC0-37DE1102E725}" dt="2024-10-16T14:12:07.984" v="874"/>
          <ac:spMkLst>
            <pc:docMk/>
            <pc:sldMk cId="2595909259" sldId="267"/>
            <ac:spMk id="4" creationId="{B2075799-ECC0-B9F9-038C-29DF5F239AAD}"/>
          </ac:spMkLst>
        </pc:spChg>
        <pc:spChg chg="add del mod">
          <ac:chgData name="Jake Nielsen" userId="84f67d8a744ecbbb" providerId="LiveId" clId="{B60E1438-05DD-4F48-BDC0-37DE1102E725}" dt="2024-10-16T14:10:27.344" v="861" actId="478"/>
          <ac:spMkLst>
            <pc:docMk/>
            <pc:sldMk cId="2595909259" sldId="267"/>
            <ac:spMk id="7" creationId="{8747C3E9-C931-420D-FB55-D9B7DEAFFC2D}"/>
          </ac:spMkLst>
        </pc:spChg>
        <pc:spChg chg="del mod ord">
          <ac:chgData name="Jake Nielsen" userId="84f67d8a744ecbbb" providerId="LiveId" clId="{B60E1438-05DD-4F48-BDC0-37DE1102E725}" dt="2024-10-16T14:11:40.291" v="871" actId="26606"/>
          <ac:spMkLst>
            <pc:docMk/>
            <pc:sldMk cId="2595909259" sldId="267"/>
            <ac:spMk id="12" creationId="{44847424-407E-5A23-B764-95B9A732D650}"/>
          </ac:spMkLst>
        </pc:spChg>
        <pc:graphicFrameChg chg="add mod">
          <ac:chgData name="Jake Nielsen" userId="84f67d8a744ecbbb" providerId="LiveId" clId="{B60E1438-05DD-4F48-BDC0-37DE1102E725}" dt="2024-10-16T14:12:34.885" v="876" actId="33524"/>
          <ac:graphicFrameMkLst>
            <pc:docMk/>
            <pc:sldMk cId="2595909259" sldId="267"/>
            <ac:graphicFrameMk id="14" creationId="{EA941DAE-86E9-2481-4940-BBF9E74DB9A2}"/>
          </ac:graphicFrameMkLst>
        </pc:graphicFrameChg>
        <pc:picChg chg="add mod">
          <ac:chgData name="Jake Nielsen" userId="84f67d8a744ecbbb" providerId="LiveId" clId="{B60E1438-05DD-4F48-BDC0-37DE1102E725}" dt="2024-10-16T14:10:35.686" v="862" actId="1076"/>
          <ac:picMkLst>
            <pc:docMk/>
            <pc:sldMk cId="2595909259" sldId="267"/>
            <ac:picMk id="5" creationId="{F7F53792-4894-DFBA-1C6C-3EF6C1AC5ED1}"/>
          </ac:picMkLst>
        </pc:picChg>
      </pc:sldChg>
      <pc:sldMasterChg chg="modSldLayout">
        <pc:chgData name="Jake Nielsen" userId="84f67d8a744ecbbb" providerId="LiveId" clId="{B60E1438-05DD-4F48-BDC0-37DE1102E725}" dt="2024-10-16T13:38:40.689" v="644"/>
        <pc:sldMasterMkLst>
          <pc:docMk/>
          <pc:sldMasterMk cId="674563222" sldId="2147483660"/>
        </pc:sldMasterMkLst>
        <pc:sldLayoutChg chg="addSp">
          <pc:chgData name="Jake Nielsen" userId="84f67d8a744ecbbb" providerId="LiveId" clId="{B60E1438-05DD-4F48-BDC0-37DE1102E725}" dt="2024-10-16T13:38:40.689" v="644"/>
          <pc:sldLayoutMkLst>
            <pc:docMk/>
            <pc:sldMasterMk cId="674563222" sldId="2147483660"/>
            <pc:sldLayoutMk cId="3363909021" sldId="2147483661"/>
          </pc:sldLayoutMkLst>
          <pc:picChg chg="add">
            <ac:chgData name="Jake Nielsen" userId="84f67d8a744ecbbb" providerId="LiveId" clId="{B60E1438-05DD-4F48-BDC0-37DE1102E725}" dt="2024-10-16T13:38:40.689" v="644"/>
            <ac:picMkLst>
              <pc:docMk/>
              <pc:sldMasterMk cId="674563222" sldId="2147483660"/>
              <pc:sldLayoutMk cId="3363909021" sldId="2147483661"/>
              <ac:picMk id="8" creationId="{35068795-304B-90B0-F028-83F110A1B62C}"/>
            </ac:picMkLst>
          </pc:picChg>
        </pc:sldLayoutChg>
      </pc:sldMasterChg>
      <pc:sldMasterChg chg="modSldLayout">
        <pc:chgData name="Jake Nielsen" userId="84f67d8a744ecbbb" providerId="LiveId" clId="{B60E1438-05DD-4F48-BDC0-37DE1102E725}" dt="2024-10-16T13:34:07.409" v="585"/>
        <pc:sldMasterMkLst>
          <pc:docMk/>
          <pc:sldMasterMk cId="4132698057" sldId="2147483660"/>
        </pc:sldMasterMkLst>
        <pc:sldLayoutChg chg="addSp">
          <pc:chgData name="Jake Nielsen" userId="84f67d8a744ecbbb" providerId="LiveId" clId="{B60E1438-05DD-4F48-BDC0-37DE1102E725}" dt="2024-10-16T13:34:07.409" v="585"/>
          <pc:sldLayoutMkLst>
            <pc:docMk/>
            <pc:sldMasterMk cId="4132698057" sldId="2147483660"/>
            <pc:sldLayoutMk cId="124719188" sldId="2147483661"/>
          </pc:sldLayoutMkLst>
          <pc:picChg chg="add">
            <ac:chgData name="Jake Nielsen" userId="84f67d8a744ecbbb" providerId="LiveId" clId="{B60E1438-05DD-4F48-BDC0-37DE1102E725}" dt="2024-10-16T13:34:07.409" v="585"/>
            <ac:picMkLst>
              <pc:docMk/>
              <pc:sldMasterMk cId="4132698057" sldId="2147483660"/>
              <pc:sldLayoutMk cId="124719188" sldId="2147483661"/>
              <ac:picMk id="6" creationId="{8422A0F2-144A-5FF6-B5B5-53812A9D270B}"/>
            </ac:picMkLst>
          </pc:picChg>
        </pc:sldLayoutChg>
      </pc:sldMasterChg>
      <pc:sldMasterChg chg="modSldLayout">
        <pc:chgData name="Jake Nielsen" userId="84f67d8a744ecbbb" providerId="LiveId" clId="{B60E1438-05DD-4F48-BDC0-37DE1102E725}" dt="2024-10-16T13:34:47.570" v="592"/>
        <pc:sldMasterMkLst>
          <pc:docMk/>
          <pc:sldMasterMk cId="2081360891" sldId="2147483678"/>
        </pc:sldMasterMkLst>
        <pc:sldLayoutChg chg="addSp">
          <pc:chgData name="Jake Nielsen" userId="84f67d8a744ecbbb" providerId="LiveId" clId="{B60E1438-05DD-4F48-BDC0-37DE1102E725}" dt="2024-10-16T13:34:47.570" v="592"/>
          <pc:sldLayoutMkLst>
            <pc:docMk/>
            <pc:sldMasterMk cId="2081360891" sldId="2147483678"/>
            <pc:sldLayoutMk cId="4021839055" sldId="2147483679"/>
          </pc:sldLayoutMkLst>
          <pc:picChg chg="add">
            <ac:chgData name="Jake Nielsen" userId="84f67d8a744ecbbb" providerId="LiveId" clId="{B60E1438-05DD-4F48-BDC0-37DE1102E725}" dt="2024-10-16T13:34:47.570" v="592"/>
            <ac:picMkLst>
              <pc:docMk/>
              <pc:sldMasterMk cId="2081360891" sldId="2147483678"/>
              <pc:sldLayoutMk cId="4021839055" sldId="2147483679"/>
              <ac:picMk id="8" creationId="{6A05EAC2-5EC2-5EAC-9168-8CA940F5CE94}"/>
            </ac:picMkLst>
          </pc:picChg>
        </pc:sldLayoutChg>
      </pc:sldMasterChg>
      <pc:sldMasterChg chg="modSldLayout">
        <pc:chgData name="Jake Nielsen" userId="84f67d8a744ecbbb" providerId="LiveId" clId="{B60E1438-05DD-4F48-BDC0-37DE1102E725}" dt="2024-10-16T13:40:40.381" v="655"/>
        <pc:sldMasterMkLst>
          <pc:docMk/>
          <pc:sldMasterMk cId="2188032889" sldId="2147483678"/>
        </pc:sldMasterMkLst>
        <pc:sldLayoutChg chg="addSp">
          <pc:chgData name="Jake Nielsen" userId="84f67d8a744ecbbb" providerId="LiveId" clId="{B60E1438-05DD-4F48-BDC0-37DE1102E725}" dt="2024-10-16T13:40:40.381" v="655"/>
          <pc:sldLayoutMkLst>
            <pc:docMk/>
            <pc:sldMasterMk cId="2188032889" sldId="2147483678"/>
            <pc:sldLayoutMk cId="4207767222" sldId="2147483679"/>
          </pc:sldLayoutMkLst>
          <pc:picChg chg="add">
            <ac:chgData name="Jake Nielsen" userId="84f67d8a744ecbbb" providerId="LiveId" clId="{B60E1438-05DD-4F48-BDC0-37DE1102E725}" dt="2024-10-16T13:40:40.381" v="655"/>
            <ac:picMkLst>
              <pc:docMk/>
              <pc:sldMasterMk cId="2188032889" sldId="2147483678"/>
              <pc:sldLayoutMk cId="4207767222" sldId="2147483679"/>
              <ac:picMk id="8" creationId="{4C606C33-88EE-CB7F-7AE8-CD663E2B4A4F}"/>
            </ac:picMkLst>
          </pc:picChg>
        </pc:sldLayoutChg>
      </pc:sldMasterChg>
      <pc:sldMasterChg chg="modSldLayout">
        <pc:chgData name="Jake Nielsen" userId="84f67d8a744ecbbb" providerId="LiveId" clId="{B60E1438-05DD-4F48-BDC0-37DE1102E725}" dt="2024-10-16T13:34:50.259" v="596"/>
        <pc:sldMasterMkLst>
          <pc:docMk/>
          <pc:sldMasterMk cId="267078428" sldId="2147483695"/>
        </pc:sldMasterMkLst>
        <pc:sldLayoutChg chg="addSp">
          <pc:chgData name="Jake Nielsen" userId="84f67d8a744ecbbb" providerId="LiveId" clId="{B60E1438-05DD-4F48-BDC0-37DE1102E725}" dt="2024-10-16T13:34:50.259" v="596"/>
          <pc:sldLayoutMkLst>
            <pc:docMk/>
            <pc:sldMasterMk cId="267078428" sldId="2147483695"/>
            <pc:sldLayoutMk cId="3943041385" sldId="2147483696"/>
          </pc:sldLayoutMkLst>
          <pc:picChg chg="add">
            <ac:chgData name="Jake Nielsen" userId="84f67d8a744ecbbb" providerId="LiveId" clId="{B60E1438-05DD-4F48-BDC0-37DE1102E725}" dt="2024-10-16T13:34:50.259" v="596"/>
            <ac:picMkLst>
              <pc:docMk/>
              <pc:sldMasterMk cId="267078428" sldId="2147483695"/>
              <pc:sldLayoutMk cId="3943041385" sldId="2147483696"/>
              <ac:picMk id="7" creationId="{995291B1-C259-F739-5AA8-73E0B36DB671}"/>
            </ac:picMkLst>
          </pc:picChg>
        </pc:sldLayoutChg>
      </pc:sldMasterChg>
      <pc:sldMasterChg chg="modSldLayout">
        <pc:chgData name="Jake Nielsen" userId="84f67d8a744ecbbb" providerId="LiveId" clId="{B60E1438-05DD-4F48-BDC0-37DE1102E725}" dt="2024-10-16T13:34:51.405" v="598"/>
        <pc:sldMasterMkLst>
          <pc:docMk/>
          <pc:sldMasterMk cId="2347610345" sldId="2147483707"/>
        </pc:sldMasterMkLst>
        <pc:sldLayoutChg chg="addSp">
          <pc:chgData name="Jake Nielsen" userId="84f67d8a744ecbbb" providerId="LiveId" clId="{B60E1438-05DD-4F48-BDC0-37DE1102E725}" dt="2024-10-16T13:34:51.405" v="598"/>
          <pc:sldLayoutMkLst>
            <pc:docMk/>
            <pc:sldMasterMk cId="2347610345" sldId="2147483707"/>
            <pc:sldLayoutMk cId="1852503532" sldId="2147483708"/>
          </pc:sldLayoutMkLst>
          <pc:picChg chg="add">
            <ac:chgData name="Jake Nielsen" userId="84f67d8a744ecbbb" providerId="LiveId" clId="{B60E1438-05DD-4F48-BDC0-37DE1102E725}" dt="2024-10-16T13:34:51.405" v="598"/>
            <ac:picMkLst>
              <pc:docMk/>
              <pc:sldMasterMk cId="2347610345" sldId="2147483707"/>
              <pc:sldLayoutMk cId="1852503532" sldId="2147483708"/>
              <ac:picMk id="8" creationId="{69B0604F-6673-9E60-C768-C5FDC2C569A8}"/>
            </ac:picMkLst>
          </pc:picChg>
        </pc:sldLayoutChg>
      </pc:sldMasterChg>
      <pc:sldMasterChg chg="modSldLayout">
        <pc:chgData name="Jake Nielsen" userId="84f67d8a744ecbbb" providerId="LiveId" clId="{B60E1438-05DD-4F48-BDC0-37DE1102E725}" dt="2024-10-16T13:34:52.037" v="600"/>
        <pc:sldMasterMkLst>
          <pc:docMk/>
          <pc:sldMasterMk cId="3001368831" sldId="2147483724"/>
        </pc:sldMasterMkLst>
        <pc:sldLayoutChg chg="addSp">
          <pc:chgData name="Jake Nielsen" userId="84f67d8a744ecbbb" providerId="LiveId" clId="{B60E1438-05DD-4F48-BDC0-37DE1102E725}" dt="2024-10-16T13:34:52.037" v="600"/>
          <pc:sldLayoutMkLst>
            <pc:docMk/>
            <pc:sldMasterMk cId="3001368831" sldId="2147483724"/>
            <pc:sldLayoutMk cId="435900361" sldId="2147483725"/>
          </pc:sldLayoutMkLst>
          <pc:picChg chg="add">
            <ac:chgData name="Jake Nielsen" userId="84f67d8a744ecbbb" providerId="LiveId" clId="{B60E1438-05DD-4F48-BDC0-37DE1102E725}" dt="2024-10-16T13:34:52.037" v="600"/>
            <ac:picMkLst>
              <pc:docMk/>
              <pc:sldMasterMk cId="3001368831" sldId="2147483724"/>
              <pc:sldLayoutMk cId="435900361" sldId="2147483725"/>
              <ac:picMk id="7" creationId="{8A63CFFE-F331-6C07-DF5B-9E8B345EF2E2}"/>
            </ac:picMkLst>
          </pc:picChg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C3C819-4F26-40DC-9449-FA082D5AB125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35A919A-4AEF-4327-8512-4BA3C77368E5}">
      <dgm:prSet/>
      <dgm:spPr/>
      <dgm:t>
        <a:bodyPr/>
        <a:lstStyle/>
        <a:p>
          <a:r>
            <a:rPr lang="en-US" b="1" dirty="0"/>
            <a:t>Sample Size: </a:t>
          </a:r>
          <a:r>
            <a:rPr lang="en-AU" dirty="0"/>
            <a:t>44 participants (22 males, 22 females), aged 20-30, run club</a:t>
          </a:r>
          <a:endParaRPr lang="en-US" dirty="0"/>
        </a:p>
      </dgm:t>
    </dgm:pt>
    <dgm:pt modelId="{7D3980DC-5A5D-4093-8797-318019BAEAF8}" type="parTrans" cxnId="{8389A901-4F66-4725-A59F-99280EE756D2}">
      <dgm:prSet/>
      <dgm:spPr/>
      <dgm:t>
        <a:bodyPr/>
        <a:lstStyle/>
        <a:p>
          <a:endParaRPr lang="en-US"/>
        </a:p>
      </dgm:t>
    </dgm:pt>
    <dgm:pt modelId="{31BD2D18-F7FF-4C8F-ACE9-6D4BC715D285}" type="sibTrans" cxnId="{8389A901-4F66-4725-A59F-99280EE756D2}">
      <dgm:prSet/>
      <dgm:spPr/>
      <dgm:t>
        <a:bodyPr/>
        <a:lstStyle/>
        <a:p>
          <a:endParaRPr lang="en-US"/>
        </a:p>
      </dgm:t>
    </dgm:pt>
    <dgm:pt modelId="{4637ED08-9C94-4FEC-BFCF-F2DA22BC91CA}">
      <dgm:prSet/>
      <dgm:spPr/>
      <dgm:t>
        <a:bodyPr/>
        <a:lstStyle/>
        <a:p>
          <a:r>
            <a:rPr lang="en-AU" b="1"/>
            <a:t>Random Assignment: </a:t>
          </a:r>
          <a:r>
            <a:rPr lang="en-US"/>
            <a:t>Divided into beer and control groups</a:t>
          </a:r>
        </a:p>
      </dgm:t>
    </dgm:pt>
    <dgm:pt modelId="{E3B0B567-6986-44D4-9A14-DA6C6195509F}" type="parTrans" cxnId="{D7071B41-1893-4F35-B37D-CB741A1C22DA}">
      <dgm:prSet/>
      <dgm:spPr/>
      <dgm:t>
        <a:bodyPr/>
        <a:lstStyle/>
        <a:p>
          <a:endParaRPr lang="en-US"/>
        </a:p>
      </dgm:t>
    </dgm:pt>
    <dgm:pt modelId="{DD9FC271-9A7C-45C7-BE81-55E7E4897AA9}" type="sibTrans" cxnId="{D7071B41-1893-4F35-B37D-CB741A1C22DA}">
      <dgm:prSet/>
      <dgm:spPr/>
      <dgm:t>
        <a:bodyPr/>
        <a:lstStyle/>
        <a:p>
          <a:endParaRPr lang="en-US"/>
        </a:p>
      </dgm:t>
    </dgm:pt>
    <dgm:pt modelId="{6202A4F8-D890-41D0-9860-F2638C0AEA28}">
      <dgm:prSet/>
      <dgm:spPr/>
      <dgm:t>
        <a:bodyPr/>
        <a:lstStyle/>
        <a:p>
          <a:r>
            <a:rPr lang="en-AU" b="1"/>
            <a:t>Testing Procedure: </a:t>
          </a:r>
          <a:r>
            <a:rPr lang="en-US"/>
            <a:t>Reaction times were measured using the ruler drop test, both before and after beer consumption</a:t>
          </a:r>
        </a:p>
      </dgm:t>
    </dgm:pt>
    <dgm:pt modelId="{43AE04B0-3A6D-4876-B000-331FABF0092F}" type="parTrans" cxnId="{F007F8CD-18A4-4F25-A327-5E1E9725D53E}">
      <dgm:prSet/>
      <dgm:spPr/>
      <dgm:t>
        <a:bodyPr/>
        <a:lstStyle/>
        <a:p>
          <a:endParaRPr lang="en-US"/>
        </a:p>
      </dgm:t>
    </dgm:pt>
    <dgm:pt modelId="{95CA93E0-9FA3-4283-9E98-0AD37D8C956D}" type="sibTrans" cxnId="{F007F8CD-18A4-4F25-A327-5E1E9725D53E}">
      <dgm:prSet/>
      <dgm:spPr/>
      <dgm:t>
        <a:bodyPr/>
        <a:lstStyle/>
        <a:p>
          <a:endParaRPr lang="en-US"/>
        </a:p>
      </dgm:t>
    </dgm:pt>
    <dgm:pt modelId="{1FCCBE45-5854-4066-AF59-9562F6E866F5}" type="pres">
      <dgm:prSet presAssocID="{A6C3C819-4F26-40DC-9449-FA082D5AB12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34BDD56-C74A-40E1-B0CD-78EF17F5FB39}" type="pres">
      <dgm:prSet presAssocID="{F35A919A-4AEF-4327-8512-4BA3C77368E5}" presName="hierRoot1" presStyleCnt="0"/>
      <dgm:spPr/>
    </dgm:pt>
    <dgm:pt modelId="{3C67B19F-AAAD-475D-B1C6-12229783D101}" type="pres">
      <dgm:prSet presAssocID="{F35A919A-4AEF-4327-8512-4BA3C77368E5}" presName="composite" presStyleCnt="0"/>
      <dgm:spPr/>
    </dgm:pt>
    <dgm:pt modelId="{375230FE-1778-4E31-B8D7-CCBEEA022018}" type="pres">
      <dgm:prSet presAssocID="{F35A919A-4AEF-4327-8512-4BA3C77368E5}" presName="background" presStyleLbl="node0" presStyleIdx="0" presStyleCnt="3"/>
      <dgm:spPr/>
    </dgm:pt>
    <dgm:pt modelId="{E8D17AD2-9C92-4EDB-AAA2-2074105BF431}" type="pres">
      <dgm:prSet presAssocID="{F35A919A-4AEF-4327-8512-4BA3C77368E5}" presName="text" presStyleLbl="fgAcc0" presStyleIdx="0" presStyleCnt="3">
        <dgm:presLayoutVars>
          <dgm:chPref val="3"/>
        </dgm:presLayoutVars>
      </dgm:prSet>
      <dgm:spPr/>
    </dgm:pt>
    <dgm:pt modelId="{B2693B3D-1151-430D-8AE2-6B879B93A145}" type="pres">
      <dgm:prSet presAssocID="{F35A919A-4AEF-4327-8512-4BA3C77368E5}" presName="hierChild2" presStyleCnt="0"/>
      <dgm:spPr/>
    </dgm:pt>
    <dgm:pt modelId="{228071D4-3A62-43EA-A089-E8C1616081ED}" type="pres">
      <dgm:prSet presAssocID="{4637ED08-9C94-4FEC-BFCF-F2DA22BC91CA}" presName="hierRoot1" presStyleCnt="0"/>
      <dgm:spPr/>
    </dgm:pt>
    <dgm:pt modelId="{F812A91D-8102-48C2-81BA-C0E8C9A7A7AB}" type="pres">
      <dgm:prSet presAssocID="{4637ED08-9C94-4FEC-BFCF-F2DA22BC91CA}" presName="composite" presStyleCnt="0"/>
      <dgm:spPr/>
    </dgm:pt>
    <dgm:pt modelId="{6601B854-562C-4B93-BDAC-E72297C7A941}" type="pres">
      <dgm:prSet presAssocID="{4637ED08-9C94-4FEC-BFCF-F2DA22BC91CA}" presName="background" presStyleLbl="node0" presStyleIdx="1" presStyleCnt="3"/>
      <dgm:spPr/>
    </dgm:pt>
    <dgm:pt modelId="{3CA4182D-4059-434E-8880-57447627B55D}" type="pres">
      <dgm:prSet presAssocID="{4637ED08-9C94-4FEC-BFCF-F2DA22BC91CA}" presName="text" presStyleLbl="fgAcc0" presStyleIdx="1" presStyleCnt="3">
        <dgm:presLayoutVars>
          <dgm:chPref val="3"/>
        </dgm:presLayoutVars>
      </dgm:prSet>
      <dgm:spPr/>
    </dgm:pt>
    <dgm:pt modelId="{89D054F9-682A-4CD3-9415-1252C59E4766}" type="pres">
      <dgm:prSet presAssocID="{4637ED08-9C94-4FEC-BFCF-F2DA22BC91CA}" presName="hierChild2" presStyleCnt="0"/>
      <dgm:spPr/>
    </dgm:pt>
    <dgm:pt modelId="{30ABA50F-C31A-4E72-ACB3-85F3FBE7C7CE}" type="pres">
      <dgm:prSet presAssocID="{6202A4F8-D890-41D0-9860-F2638C0AEA28}" presName="hierRoot1" presStyleCnt="0"/>
      <dgm:spPr/>
    </dgm:pt>
    <dgm:pt modelId="{91060739-9960-42D2-84E3-51FB05F0DBD0}" type="pres">
      <dgm:prSet presAssocID="{6202A4F8-D890-41D0-9860-F2638C0AEA28}" presName="composite" presStyleCnt="0"/>
      <dgm:spPr/>
    </dgm:pt>
    <dgm:pt modelId="{1118B06A-2397-4AFF-A2D5-3F51C48C89D3}" type="pres">
      <dgm:prSet presAssocID="{6202A4F8-D890-41D0-9860-F2638C0AEA28}" presName="background" presStyleLbl="node0" presStyleIdx="2" presStyleCnt="3"/>
      <dgm:spPr/>
    </dgm:pt>
    <dgm:pt modelId="{0D857B8B-0089-44D9-BA5E-4B93758C8675}" type="pres">
      <dgm:prSet presAssocID="{6202A4F8-D890-41D0-9860-F2638C0AEA28}" presName="text" presStyleLbl="fgAcc0" presStyleIdx="2" presStyleCnt="3">
        <dgm:presLayoutVars>
          <dgm:chPref val="3"/>
        </dgm:presLayoutVars>
      </dgm:prSet>
      <dgm:spPr/>
    </dgm:pt>
    <dgm:pt modelId="{D08AF434-7F95-4E51-B976-ABBC69EF3442}" type="pres">
      <dgm:prSet presAssocID="{6202A4F8-D890-41D0-9860-F2638C0AEA28}" presName="hierChild2" presStyleCnt="0"/>
      <dgm:spPr/>
    </dgm:pt>
  </dgm:ptLst>
  <dgm:cxnLst>
    <dgm:cxn modelId="{8389A901-4F66-4725-A59F-99280EE756D2}" srcId="{A6C3C819-4F26-40DC-9449-FA082D5AB125}" destId="{F35A919A-4AEF-4327-8512-4BA3C77368E5}" srcOrd="0" destOrd="0" parTransId="{7D3980DC-5A5D-4093-8797-318019BAEAF8}" sibTransId="{31BD2D18-F7FF-4C8F-ACE9-6D4BC715D285}"/>
    <dgm:cxn modelId="{DBC95411-4DD3-405E-8D17-08126872595E}" type="presOf" srcId="{A6C3C819-4F26-40DC-9449-FA082D5AB125}" destId="{1FCCBE45-5854-4066-AF59-9562F6E866F5}" srcOrd="0" destOrd="0" presId="urn:microsoft.com/office/officeart/2005/8/layout/hierarchy1"/>
    <dgm:cxn modelId="{D7071B41-1893-4F35-B37D-CB741A1C22DA}" srcId="{A6C3C819-4F26-40DC-9449-FA082D5AB125}" destId="{4637ED08-9C94-4FEC-BFCF-F2DA22BC91CA}" srcOrd="1" destOrd="0" parTransId="{E3B0B567-6986-44D4-9A14-DA6C6195509F}" sibTransId="{DD9FC271-9A7C-45C7-BE81-55E7E4897AA9}"/>
    <dgm:cxn modelId="{99ACA4BB-7569-4BCB-BC45-861D2FBFC594}" type="presOf" srcId="{F35A919A-4AEF-4327-8512-4BA3C77368E5}" destId="{E8D17AD2-9C92-4EDB-AAA2-2074105BF431}" srcOrd="0" destOrd="0" presId="urn:microsoft.com/office/officeart/2005/8/layout/hierarchy1"/>
    <dgm:cxn modelId="{8ABFCCC8-7CAB-4F87-AC62-3D202CB33DD1}" type="presOf" srcId="{6202A4F8-D890-41D0-9860-F2638C0AEA28}" destId="{0D857B8B-0089-44D9-BA5E-4B93758C8675}" srcOrd="0" destOrd="0" presId="urn:microsoft.com/office/officeart/2005/8/layout/hierarchy1"/>
    <dgm:cxn modelId="{F007F8CD-18A4-4F25-A327-5E1E9725D53E}" srcId="{A6C3C819-4F26-40DC-9449-FA082D5AB125}" destId="{6202A4F8-D890-41D0-9860-F2638C0AEA28}" srcOrd="2" destOrd="0" parTransId="{43AE04B0-3A6D-4876-B000-331FABF0092F}" sibTransId="{95CA93E0-9FA3-4283-9E98-0AD37D8C956D}"/>
    <dgm:cxn modelId="{3F5424F1-C51E-490C-9023-FAFF1164A7BC}" type="presOf" srcId="{4637ED08-9C94-4FEC-BFCF-F2DA22BC91CA}" destId="{3CA4182D-4059-434E-8880-57447627B55D}" srcOrd="0" destOrd="0" presId="urn:microsoft.com/office/officeart/2005/8/layout/hierarchy1"/>
    <dgm:cxn modelId="{785FF6A7-7632-43B8-89DF-2CD5B04FA727}" type="presParOf" srcId="{1FCCBE45-5854-4066-AF59-9562F6E866F5}" destId="{534BDD56-C74A-40E1-B0CD-78EF17F5FB39}" srcOrd="0" destOrd="0" presId="urn:microsoft.com/office/officeart/2005/8/layout/hierarchy1"/>
    <dgm:cxn modelId="{671713C2-4EB0-4EF9-B14A-9A5717F2543F}" type="presParOf" srcId="{534BDD56-C74A-40E1-B0CD-78EF17F5FB39}" destId="{3C67B19F-AAAD-475D-B1C6-12229783D101}" srcOrd="0" destOrd="0" presId="urn:microsoft.com/office/officeart/2005/8/layout/hierarchy1"/>
    <dgm:cxn modelId="{9F00E709-CD48-4F02-B042-BF1D589ABB1A}" type="presParOf" srcId="{3C67B19F-AAAD-475D-B1C6-12229783D101}" destId="{375230FE-1778-4E31-B8D7-CCBEEA022018}" srcOrd="0" destOrd="0" presId="urn:microsoft.com/office/officeart/2005/8/layout/hierarchy1"/>
    <dgm:cxn modelId="{997AE163-1B3E-439C-AF80-045F09582667}" type="presParOf" srcId="{3C67B19F-AAAD-475D-B1C6-12229783D101}" destId="{E8D17AD2-9C92-4EDB-AAA2-2074105BF431}" srcOrd="1" destOrd="0" presId="urn:microsoft.com/office/officeart/2005/8/layout/hierarchy1"/>
    <dgm:cxn modelId="{4304446C-16CC-47C0-AA96-3AE777E8E1CE}" type="presParOf" srcId="{534BDD56-C74A-40E1-B0CD-78EF17F5FB39}" destId="{B2693B3D-1151-430D-8AE2-6B879B93A145}" srcOrd="1" destOrd="0" presId="urn:microsoft.com/office/officeart/2005/8/layout/hierarchy1"/>
    <dgm:cxn modelId="{70EBC4BB-B081-479C-AC82-8BA9441E5C8C}" type="presParOf" srcId="{1FCCBE45-5854-4066-AF59-9562F6E866F5}" destId="{228071D4-3A62-43EA-A089-E8C1616081ED}" srcOrd="1" destOrd="0" presId="urn:microsoft.com/office/officeart/2005/8/layout/hierarchy1"/>
    <dgm:cxn modelId="{AAD1855D-78AF-4661-914F-240C1DF3B3C7}" type="presParOf" srcId="{228071D4-3A62-43EA-A089-E8C1616081ED}" destId="{F812A91D-8102-48C2-81BA-C0E8C9A7A7AB}" srcOrd="0" destOrd="0" presId="urn:microsoft.com/office/officeart/2005/8/layout/hierarchy1"/>
    <dgm:cxn modelId="{115DF4B5-78A1-4079-8309-0A1B6C4EF699}" type="presParOf" srcId="{F812A91D-8102-48C2-81BA-C0E8C9A7A7AB}" destId="{6601B854-562C-4B93-BDAC-E72297C7A941}" srcOrd="0" destOrd="0" presId="urn:microsoft.com/office/officeart/2005/8/layout/hierarchy1"/>
    <dgm:cxn modelId="{4917C454-9A37-4AA3-BBB4-826AF44EB4E5}" type="presParOf" srcId="{F812A91D-8102-48C2-81BA-C0E8C9A7A7AB}" destId="{3CA4182D-4059-434E-8880-57447627B55D}" srcOrd="1" destOrd="0" presId="urn:microsoft.com/office/officeart/2005/8/layout/hierarchy1"/>
    <dgm:cxn modelId="{4419267A-CB26-42AF-BC23-A44044AEF3B4}" type="presParOf" srcId="{228071D4-3A62-43EA-A089-E8C1616081ED}" destId="{89D054F9-682A-4CD3-9415-1252C59E4766}" srcOrd="1" destOrd="0" presId="urn:microsoft.com/office/officeart/2005/8/layout/hierarchy1"/>
    <dgm:cxn modelId="{971E7F3B-4B8C-4D43-8F1B-85DB433192E4}" type="presParOf" srcId="{1FCCBE45-5854-4066-AF59-9562F6E866F5}" destId="{30ABA50F-C31A-4E72-ACB3-85F3FBE7C7CE}" srcOrd="2" destOrd="0" presId="urn:microsoft.com/office/officeart/2005/8/layout/hierarchy1"/>
    <dgm:cxn modelId="{F3A486CD-F477-41D6-95D2-515ED86B2872}" type="presParOf" srcId="{30ABA50F-C31A-4E72-ACB3-85F3FBE7C7CE}" destId="{91060739-9960-42D2-84E3-51FB05F0DBD0}" srcOrd="0" destOrd="0" presId="urn:microsoft.com/office/officeart/2005/8/layout/hierarchy1"/>
    <dgm:cxn modelId="{40078577-C423-4B30-9756-37B748CA190D}" type="presParOf" srcId="{91060739-9960-42D2-84E3-51FB05F0DBD0}" destId="{1118B06A-2397-4AFF-A2D5-3F51C48C89D3}" srcOrd="0" destOrd="0" presId="urn:microsoft.com/office/officeart/2005/8/layout/hierarchy1"/>
    <dgm:cxn modelId="{577764E7-EF04-4532-A5F4-9E32918E24B7}" type="presParOf" srcId="{91060739-9960-42D2-84E3-51FB05F0DBD0}" destId="{0D857B8B-0089-44D9-BA5E-4B93758C8675}" srcOrd="1" destOrd="0" presId="urn:microsoft.com/office/officeart/2005/8/layout/hierarchy1"/>
    <dgm:cxn modelId="{3BB3FE37-1BBF-47D3-BF2F-480245DE5656}" type="presParOf" srcId="{30ABA50F-C31A-4E72-ACB3-85F3FBE7C7CE}" destId="{D08AF434-7F95-4E51-B976-ABBC69EF344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BF7B913-A19C-49BE-9729-6E59B66BDC37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9D9C878-3B26-4813-AB73-5F69040A07EA}">
      <dgm:prSet/>
      <dgm:spPr/>
      <dgm:t>
        <a:bodyPr/>
        <a:lstStyle/>
        <a:p>
          <a:r>
            <a:rPr lang="en-US" dirty="0"/>
            <a:t>Residuals are normally distributed </a:t>
          </a:r>
        </a:p>
      </dgm:t>
    </dgm:pt>
    <dgm:pt modelId="{AF6A5C73-E428-4609-8E77-FB4ACEEC9CFE}" type="parTrans" cxnId="{FEE3677E-1F05-4D89-817A-9DD323584AF1}">
      <dgm:prSet/>
      <dgm:spPr/>
      <dgm:t>
        <a:bodyPr/>
        <a:lstStyle/>
        <a:p>
          <a:endParaRPr lang="en-US"/>
        </a:p>
      </dgm:t>
    </dgm:pt>
    <dgm:pt modelId="{3E6310D2-0FC7-446B-BE44-6C668F7D82DA}" type="sibTrans" cxnId="{FEE3677E-1F05-4D89-817A-9DD323584AF1}">
      <dgm:prSet/>
      <dgm:spPr/>
      <dgm:t>
        <a:bodyPr/>
        <a:lstStyle/>
        <a:p>
          <a:endParaRPr lang="en-US"/>
        </a:p>
      </dgm:t>
    </dgm:pt>
    <dgm:pt modelId="{919ADBBE-8881-45EF-A9DB-89FFE3C3B26B}">
      <dgm:prSet/>
      <dgm:spPr/>
      <dgm:t>
        <a:bodyPr/>
        <a:lstStyle/>
        <a:p>
          <a:r>
            <a:rPr lang="en-US"/>
            <a:t>No major deviations from normality</a:t>
          </a:r>
        </a:p>
      </dgm:t>
    </dgm:pt>
    <dgm:pt modelId="{7852A9B6-0331-4366-A9AC-22861E818B8E}" type="parTrans" cxnId="{C9C98D6E-D6D8-45D5-8389-B5EC8F45CF51}">
      <dgm:prSet/>
      <dgm:spPr/>
      <dgm:t>
        <a:bodyPr/>
        <a:lstStyle/>
        <a:p>
          <a:endParaRPr lang="en-US"/>
        </a:p>
      </dgm:t>
    </dgm:pt>
    <dgm:pt modelId="{E26C3F30-B02E-4ADE-9AA1-A0797A7FF1E7}" type="sibTrans" cxnId="{C9C98D6E-D6D8-45D5-8389-B5EC8F45CF51}">
      <dgm:prSet/>
      <dgm:spPr/>
      <dgm:t>
        <a:bodyPr/>
        <a:lstStyle/>
        <a:p>
          <a:endParaRPr lang="en-US"/>
        </a:p>
      </dgm:t>
    </dgm:pt>
    <dgm:pt modelId="{94E32D66-C1B9-426A-AC15-425F3DC70851}" type="pres">
      <dgm:prSet presAssocID="{FBF7B913-A19C-49BE-9729-6E59B66BDC3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8AEC5E9-4C38-4D46-B1A6-1767B56EBCB2}" type="pres">
      <dgm:prSet presAssocID="{E9D9C878-3B26-4813-AB73-5F69040A07EA}" presName="hierRoot1" presStyleCnt="0"/>
      <dgm:spPr/>
    </dgm:pt>
    <dgm:pt modelId="{E03EC40B-6F38-43B4-962A-B2F710C48B74}" type="pres">
      <dgm:prSet presAssocID="{E9D9C878-3B26-4813-AB73-5F69040A07EA}" presName="composite" presStyleCnt="0"/>
      <dgm:spPr/>
    </dgm:pt>
    <dgm:pt modelId="{D2986990-B7A4-46CE-85D4-ABBB67C31013}" type="pres">
      <dgm:prSet presAssocID="{E9D9C878-3B26-4813-AB73-5F69040A07EA}" presName="background" presStyleLbl="node0" presStyleIdx="0" presStyleCnt="2"/>
      <dgm:spPr/>
    </dgm:pt>
    <dgm:pt modelId="{23ED9248-225A-4C9B-BDD8-6B9601D69E4E}" type="pres">
      <dgm:prSet presAssocID="{E9D9C878-3B26-4813-AB73-5F69040A07EA}" presName="text" presStyleLbl="fgAcc0" presStyleIdx="0" presStyleCnt="2">
        <dgm:presLayoutVars>
          <dgm:chPref val="3"/>
        </dgm:presLayoutVars>
      </dgm:prSet>
      <dgm:spPr/>
    </dgm:pt>
    <dgm:pt modelId="{9AC38F6D-C759-49BF-8B41-56BF7D9FDA5B}" type="pres">
      <dgm:prSet presAssocID="{E9D9C878-3B26-4813-AB73-5F69040A07EA}" presName="hierChild2" presStyleCnt="0"/>
      <dgm:spPr/>
    </dgm:pt>
    <dgm:pt modelId="{D5AF45FD-23B9-4A7D-9796-54BA6B017D80}" type="pres">
      <dgm:prSet presAssocID="{919ADBBE-8881-45EF-A9DB-89FFE3C3B26B}" presName="hierRoot1" presStyleCnt="0"/>
      <dgm:spPr/>
    </dgm:pt>
    <dgm:pt modelId="{6227A8CA-0EB3-4F09-946D-C9AFAF9924B7}" type="pres">
      <dgm:prSet presAssocID="{919ADBBE-8881-45EF-A9DB-89FFE3C3B26B}" presName="composite" presStyleCnt="0"/>
      <dgm:spPr/>
    </dgm:pt>
    <dgm:pt modelId="{60BC6081-089E-428D-A049-15F7DA0A07A5}" type="pres">
      <dgm:prSet presAssocID="{919ADBBE-8881-45EF-A9DB-89FFE3C3B26B}" presName="background" presStyleLbl="node0" presStyleIdx="1" presStyleCnt="2"/>
      <dgm:spPr/>
    </dgm:pt>
    <dgm:pt modelId="{A73BF0D3-1A73-4045-A81F-2C2D5EF2681D}" type="pres">
      <dgm:prSet presAssocID="{919ADBBE-8881-45EF-A9DB-89FFE3C3B26B}" presName="text" presStyleLbl="fgAcc0" presStyleIdx="1" presStyleCnt="2">
        <dgm:presLayoutVars>
          <dgm:chPref val="3"/>
        </dgm:presLayoutVars>
      </dgm:prSet>
      <dgm:spPr/>
    </dgm:pt>
    <dgm:pt modelId="{A8800063-A5B7-4987-8D95-BB1CA4FAB73C}" type="pres">
      <dgm:prSet presAssocID="{919ADBBE-8881-45EF-A9DB-89FFE3C3B26B}" presName="hierChild2" presStyleCnt="0"/>
      <dgm:spPr/>
    </dgm:pt>
  </dgm:ptLst>
  <dgm:cxnLst>
    <dgm:cxn modelId="{C9C98D6E-D6D8-45D5-8389-B5EC8F45CF51}" srcId="{FBF7B913-A19C-49BE-9729-6E59B66BDC37}" destId="{919ADBBE-8881-45EF-A9DB-89FFE3C3B26B}" srcOrd="1" destOrd="0" parTransId="{7852A9B6-0331-4366-A9AC-22861E818B8E}" sibTransId="{E26C3F30-B02E-4ADE-9AA1-A0797A7FF1E7}"/>
    <dgm:cxn modelId="{FEE3677E-1F05-4D89-817A-9DD323584AF1}" srcId="{FBF7B913-A19C-49BE-9729-6E59B66BDC37}" destId="{E9D9C878-3B26-4813-AB73-5F69040A07EA}" srcOrd="0" destOrd="0" parTransId="{AF6A5C73-E428-4609-8E77-FB4ACEEC9CFE}" sibTransId="{3E6310D2-0FC7-446B-BE44-6C668F7D82DA}"/>
    <dgm:cxn modelId="{1EAA6FAA-BC2B-43A0-AE29-F7F91052FB92}" type="presOf" srcId="{919ADBBE-8881-45EF-A9DB-89FFE3C3B26B}" destId="{A73BF0D3-1A73-4045-A81F-2C2D5EF2681D}" srcOrd="0" destOrd="0" presId="urn:microsoft.com/office/officeart/2005/8/layout/hierarchy1"/>
    <dgm:cxn modelId="{C678B2AE-0334-43D4-804C-2B139A165F02}" type="presOf" srcId="{FBF7B913-A19C-49BE-9729-6E59B66BDC37}" destId="{94E32D66-C1B9-426A-AC15-425F3DC70851}" srcOrd="0" destOrd="0" presId="urn:microsoft.com/office/officeart/2005/8/layout/hierarchy1"/>
    <dgm:cxn modelId="{E2D77ED7-A8C7-42ED-9C19-3D9D2634125D}" type="presOf" srcId="{E9D9C878-3B26-4813-AB73-5F69040A07EA}" destId="{23ED9248-225A-4C9B-BDD8-6B9601D69E4E}" srcOrd="0" destOrd="0" presId="urn:microsoft.com/office/officeart/2005/8/layout/hierarchy1"/>
    <dgm:cxn modelId="{E9931FF5-A504-4E20-A19C-D4806A4709BD}" type="presParOf" srcId="{94E32D66-C1B9-426A-AC15-425F3DC70851}" destId="{08AEC5E9-4C38-4D46-B1A6-1767B56EBCB2}" srcOrd="0" destOrd="0" presId="urn:microsoft.com/office/officeart/2005/8/layout/hierarchy1"/>
    <dgm:cxn modelId="{861FBA99-C5F3-4A32-A7AD-0542107FA555}" type="presParOf" srcId="{08AEC5E9-4C38-4D46-B1A6-1767B56EBCB2}" destId="{E03EC40B-6F38-43B4-962A-B2F710C48B74}" srcOrd="0" destOrd="0" presId="urn:microsoft.com/office/officeart/2005/8/layout/hierarchy1"/>
    <dgm:cxn modelId="{81CF0846-0BEF-4937-85BE-D9D235F0747B}" type="presParOf" srcId="{E03EC40B-6F38-43B4-962A-B2F710C48B74}" destId="{D2986990-B7A4-46CE-85D4-ABBB67C31013}" srcOrd="0" destOrd="0" presId="urn:microsoft.com/office/officeart/2005/8/layout/hierarchy1"/>
    <dgm:cxn modelId="{4798D0E2-FC0E-40EB-B60E-4E7872C5F91E}" type="presParOf" srcId="{E03EC40B-6F38-43B4-962A-B2F710C48B74}" destId="{23ED9248-225A-4C9B-BDD8-6B9601D69E4E}" srcOrd="1" destOrd="0" presId="urn:microsoft.com/office/officeart/2005/8/layout/hierarchy1"/>
    <dgm:cxn modelId="{668D52B4-631A-4F65-9D6A-83EF5590213D}" type="presParOf" srcId="{08AEC5E9-4C38-4D46-B1A6-1767B56EBCB2}" destId="{9AC38F6D-C759-49BF-8B41-56BF7D9FDA5B}" srcOrd="1" destOrd="0" presId="urn:microsoft.com/office/officeart/2005/8/layout/hierarchy1"/>
    <dgm:cxn modelId="{EDD07DFB-D318-43FB-BA98-225400D5DE0A}" type="presParOf" srcId="{94E32D66-C1B9-426A-AC15-425F3DC70851}" destId="{D5AF45FD-23B9-4A7D-9796-54BA6B017D80}" srcOrd="1" destOrd="0" presId="urn:microsoft.com/office/officeart/2005/8/layout/hierarchy1"/>
    <dgm:cxn modelId="{E956FA07-14E3-4D47-A1A1-4E7ED8CBB4A8}" type="presParOf" srcId="{D5AF45FD-23B9-4A7D-9796-54BA6B017D80}" destId="{6227A8CA-0EB3-4F09-946D-C9AFAF9924B7}" srcOrd="0" destOrd="0" presId="urn:microsoft.com/office/officeart/2005/8/layout/hierarchy1"/>
    <dgm:cxn modelId="{CBBFC1B8-7AED-4EE5-B230-60C997E0A53A}" type="presParOf" srcId="{6227A8CA-0EB3-4F09-946D-C9AFAF9924B7}" destId="{60BC6081-089E-428D-A049-15F7DA0A07A5}" srcOrd="0" destOrd="0" presId="urn:microsoft.com/office/officeart/2005/8/layout/hierarchy1"/>
    <dgm:cxn modelId="{DA8229D1-64B8-4C2F-8A67-F36FE04FB545}" type="presParOf" srcId="{6227A8CA-0EB3-4F09-946D-C9AFAF9924B7}" destId="{A73BF0D3-1A73-4045-A81F-2C2D5EF2681D}" srcOrd="1" destOrd="0" presId="urn:microsoft.com/office/officeart/2005/8/layout/hierarchy1"/>
    <dgm:cxn modelId="{5B235647-0FA0-469C-AC7D-C0A8FA21AC3F}" type="presParOf" srcId="{D5AF45FD-23B9-4A7D-9796-54BA6B017D80}" destId="{A8800063-A5B7-4987-8D95-BB1CA4FAB73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5230FE-1778-4E31-B8D7-CCBEEA022018}">
      <dsp:nvSpPr>
        <dsp:cNvPr id="0" name=""/>
        <dsp:cNvSpPr/>
      </dsp:nvSpPr>
      <dsp:spPr>
        <a:xfrm>
          <a:off x="0" y="637306"/>
          <a:ext cx="2849463" cy="18094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D17AD2-9C92-4EDB-AAA2-2074105BF431}">
      <dsp:nvSpPr>
        <dsp:cNvPr id="0" name=""/>
        <dsp:cNvSpPr/>
      </dsp:nvSpPr>
      <dsp:spPr>
        <a:xfrm>
          <a:off x="316607" y="938083"/>
          <a:ext cx="2849463" cy="180940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Sample Size: </a:t>
          </a:r>
          <a:r>
            <a:rPr lang="en-AU" sz="1900" kern="1200" dirty="0"/>
            <a:t>44 participants (22 males, 22 females), aged 20-30, run club</a:t>
          </a:r>
          <a:endParaRPr lang="en-US" sz="1900" kern="1200" dirty="0"/>
        </a:p>
      </dsp:txBody>
      <dsp:txXfrm>
        <a:off x="369603" y="991079"/>
        <a:ext cx="2743471" cy="1703417"/>
      </dsp:txXfrm>
    </dsp:sp>
    <dsp:sp modelId="{6601B854-562C-4B93-BDAC-E72297C7A941}">
      <dsp:nvSpPr>
        <dsp:cNvPr id="0" name=""/>
        <dsp:cNvSpPr/>
      </dsp:nvSpPr>
      <dsp:spPr>
        <a:xfrm>
          <a:off x="3482677" y="637306"/>
          <a:ext cx="2849463" cy="18094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A4182D-4059-434E-8880-57447627B55D}">
      <dsp:nvSpPr>
        <dsp:cNvPr id="0" name=""/>
        <dsp:cNvSpPr/>
      </dsp:nvSpPr>
      <dsp:spPr>
        <a:xfrm>
          <a:off x="3799284" y="938083"/>
          <a:ext cx="2849463" cy="180940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900" b="1" kern="1200"/>
            <a:t>Random Assignment: </a:t>
          </a:r>
          <a:r>
            <a:rPr lang="en-US" sz="1900" kern="1200"/>
            <a:t>Divided into beer and control groups</a:t>
          </a:r>
        </a:p>
      </dsp:txBody>
      <dsp:txXfrm>
        <a:off x="3852280" y="991079"/>
        <a:ext cx="2743471" cy="1703417"/>
      </dsp:txXfrm>
    </dsp:sp>
    <dsp:sp modelId="{1118B06A-2397-4AFF-A2D5-3F51C48C89D3}">
      <dsp:nvSpPr>
        <dsp:cNvPr id="0" name=""/>
        <dsp:cNvSpPr/>
      </dsp:nvSpPr>
      <dsp:spPr>
        <a:xfrm>
          <a:off x="6965354" y="637306"/>
          <a:ext cx="2849463" cy="180940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857B8B-0089-44D9-BA5E-4B93758C8675}">
      <dsp:nvSpPr>
        <dsp:cNvPr id="0" name=""/>
        <dsp:cNvSpPr/>
      </dsp:nvSpPr>
      <dsp:spPr>
        <a:xfrm>
          <a:off x="7281961" y="938083"/>
          <a:ext cx="2849463" cy="180940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900" b="1" kern="1200"/>
            <a:t>Testing Procedure: </a:t>
          </a:r>
          <a:r>
            <a:rPr lang="en-US" sz="1900" kern="1200"/>
            <a:t>Reaction times were measured using the ruler drop test, both before and after beer consumption</a:t>
          </a:r>
        </a:p>
      </dsp:txBody>
      <dsp:txXfrm>
        <a:off x="7334957" y="991079"/>
        <a:ext cx="2743471" cy="17034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986990-B7A4-46CE-85D4-ABBB67C31013}">
      <dsp:nvSpPr>
        <dsp:cNvPr id="0" name=""/>
        <dsp:cNvSpPr/>
      </dsp:nvSpPr>
      <dsp:spPr>
        <a:xfrm>
          <a:off x="2385362" y="1517"/>
          <a:ext cx="2354787" cy="14952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ED9248-225A-4C9B-BDD8-6B9601D69E4E}">
      <dsp:nvSpPr>
        <dsp:cNvPr id="0" name=""/>
        <dsp:cNvSpPr/>
      </dsp:nvSpPr>
      <dsp:spPr>
        <a:xfrm>
          <a:off x="2647005" y="250077"/>
          <a:ext cx="2354787" cy="149528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Residuals are normally distributed </a:t>
          </a:r>
        </a:p>
      </dsp:txBody>
      <dsp:txXfrm>
        <a:off x="2690801" y="293873"/>
        <a:ext cx="2267195" cy="1407697"/>
      </dsp:txXfrm>
    </dsp:sp>
    <dsp:sp modelId="{60BC6081-089E-428D-A049-15F7DA0A07A5}">
      <dsp:nvSpPr>
        <dsp:cNvPr id="0" name=""/>
        <dsp:cNvSpPr/>
      </dsp:nvSpPr>
      <dsp:spPr>
        <a:xfrm>
          <a:off x="5263436" y="1517"/>
          <a:ext cx="2354787" cy="149528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3BF0D3-1A73-4045-A81F-2C2D5EF2681D}">
      <dsp:nvSpPr>
        <dsp:cNvPr id="0" name=""/>
        <dsp:cNvSpPr/>
      </dsp:nvSpPr>
      <dsp:spPr>
        <a:xfrm>
          <a:off x="5525079" y="250077"/>
          <a:ext cx="2354787" cy="149528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No major deviations from normality</a:t>
          </a:r>
        </a:p>
      </dsp:txBody>
      <dsp:txXfrm>
        <a:off x="5568875" y="293873"/>
        <a:ext cx="2267195" cy="14076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F229F8-37D5-854E-9F82-985755CEE12A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AE7ED7-66C4-C84E-B377-381060C9F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82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Use this slide to give the overall aims of your study and explain </a:t>
            </a:r>
            <a:r>
              <a:rPr lang="en-AU" sz="1800" dirty="0">
                <a:effectLst/>
                <a:latin typeface="Cambria" panose="02040503050406030204" pitchFamily="18" charset="0"/>
              </a:rPr>
              <a:t>why the study is interesting.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AE7ED7-66C4-C84E-B377-381060C9F0C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5062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Use this slide to give the target population and sample size, and to describe how participants were selected for the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AE7ED7-66C4-C84E-B377-381060C9F0C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920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Use this slide to further describe the methods, such as how data was obtained or the protocol for tasks, and the </a:t>
            </a:r>
            <a:r>
              <a:rPr lang="en-AU" sz="1800" dirty="0">
                <a:effectLst/>
                <a:latin typeface="Cambria" panose="02040503050406030204" pitchFamily="18" charset="0"/>
              </a:rPr>
              <a:t>statistical test to be used in the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AE7ED7-66C4-C84E-B377-381060C9F0C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9833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Use this slide to give an appropriate figure to </a:t>
            </a:r>
            <a:r>
              <a:rPr lang="en-AU" sz="1800" dirty="0">
                <a:effectLst/>
                <a:latin typeface="Cambria" panose="02040503050406030204" pitchFamily="18" charset="0"/>
              </a:rPr>
              <a:t>describe the key features of the data</a:t>
            </a:r>
            <a:r>
              <a:rPr lang="en-US" dirty="0"/>
              <a:t>. Create new blank slides for any additional figures, as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AE7ED7-66C4-C84E-B377-381060C9F0C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2697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Use this slide to report the test statistic/s and p-value/s from your chosen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AE7ED7-66C4-C84E-B377-381060C9F0C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7808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Use this slide to report the test statistic/s and p-value/s from your chosen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AE7ED7-66C4-C84E-B377-381060C9F0C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0011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Use this slide to give summary statistics. For example, this could be a table of the sample sizes, means, and standard deviations in each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AE7ED7-66C4-C84E-B377-381060C9F0C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2026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Use this slide to </a:t>
            </a:r>
            <a:r>
              <a:rPr lang="en-US" dirty="0" err="1"/>
              <a:t>summarise</a:t>
            </a:r>
            <a:r>
              <a:rPr lang="en-US" dirty="0"/>
              <a:t> the findings of the study </a:t>
            </a:r>
            <a:r>
              <a:rPr lang="en-US" dirty="0" err="1"/>
              <a:t>i</a:t>
            </a:r>
            <a:r>
              <a:rPr lang="en-AU" sz="1800" dirty="0">
                <a:effectLst/>
                <a:latin typeface="Cambria" panose="02040503050406030204" pitchFamily="18" charset="0"/>
              </a:rPr>
              <a:t>n relation to the 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AE7ED7-66C4-C84E-B377-381060C9F0C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8822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800" dirty="0">
                <a:effectLst/>
                <a:latin typeface="Cambria" panose="02040503050406030204" pitchFamily="18" charset="0"/>
              </a:rPr>
              <a:t>Use this slide to provide a discussion of the findings, highlighting any limitations.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AE7ED7-66C4-C84E-B377-381060C9F0C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359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r>
              <a:rPr lang="en-AU"/>
              <a:t>STAT1201 </a:t>
            </a:r>
          </a:p>
          <a:p>
            <a:r>
              <a:rPr lang="en-AU"/>
              <a:t>Research Project 2024</a:t>
            </a:r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068795-304B-90B0-F028-83F110A1B62C}"/>
              </a:ext>
            </a:extLst>
          </p:cNvPr>
          <p:cNvPicPr preferRelativeResize="0"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8408" y="6112023"/>
            <a:ext cx="2062402" cy="54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9090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STAT1201 Research Project 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7DFBD-CA1A-5245-98FB-927770F7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360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STAT1201  Research Project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7DFBD-CA1A-5245-98FB-927770F7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156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STAT1201  Research Project 2024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7DFBD-CA1A-5245-98FB-927770F7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746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STAT1201  Research Project 2024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7DFBD-CA1A-5245-98FB-927770F7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102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STAT1201  Research Project 2024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7DFBD-CA1A-5245-98FB-927770F7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37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STAT1201  Research Project 2024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7DFBD-CA1A-5245-98FB-927770F7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038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STAT1201  Research Project 2024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7DFBD-CA1A-5245-98FB-927770F7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716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STAT1201  Research Project 2024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7DFBD-CA1A-5245-98FB-927770F7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33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STAT1201  Research Project 2024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7DFBD-CA1A-5245-98FB-927770F7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924252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STAT1201  Research Project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7DFBD-CA1A-5245-98FB-927770F7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738368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STAT1201  Research Project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7DFBD-CA1A-5245-98FB-927770F7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701802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STAT1201  Research Project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7DFBD-CA1A-5245-98FB-927770F7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1015"/>
      </p:ext>
    </p:extLst>
  </p:cSld>
  <p:clrMapOvr>
    <a:masterClrMapping/>
  </p:clrMapOvr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STAT1201  Research Project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7DFBD-CA1A-5245-98FB-927770F7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329664"/>
      </p:ext>
    </p:extLst>
  </p:cSld>
  <p:clrMapOvr>
    <a:masterClrMapping/>
  </p:clrMapOvr>
  <p:hf sldNum="0"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STAT1201  Research Project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7DFBD-CA1A-5245-98FB-927770F7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36426"/>
      </p:ext>
    </p:extLst>
  </p:cSld>
  <p:clrMapOvr>
    <a:masterClrMapping/>
  </p:clrMapOvr>
  <p:hf sldNum="0"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STAT1201  Research Project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7DFBD-CA1A-5245-98FB-927770F7DA8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2970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STAT1201  Research Project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7DFBD-CA1A-5245-98FB-927770F7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56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/>
              <a:t>STAT1201  Research Project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817DFBD-CA1A-5245-98FB-927770F7D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5632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ED8A9-9060-5651-3772-E3083D5942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Effect of Beer Consumption on Reaction Time in Athletes: A Ruler Test Analysis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2A95C-7DBE-9E77-B9ED-B676D8BC75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Jake Nielsen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09525E-7F8D-3962-9FE9-4D7E145BC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STAT1201 2024 </a:t>
            </a:r>
          </a:p>
          <a:p>
            <a:r>
              <a:rPr lang="en-AU"/>
              <a:t>Research Project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28483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loseup image of beer bubbles">
            <a:extLst>
              <a:ext uri="{FF2B5EF4-FFF2-40B4-BE49-F238E27FC236}">
                <a16:creationId xmlns:a16="http://schemas.microsoft.com/office/drawing/2014/main" id="{9507DFD1-D63C-0FF0-75BB-A0C27A88AD6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t="15730"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B8C7A12-FA67-3F07-48D6-AD438931D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728906"/>
            <a:ext cx="9792471" cy="2057037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F7CA42C-9327-D5E5-1E05-933054CAA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8181" y="2957665"/>
            <a:ext cx="9792471" cy="3171423"/>
          </a:xfrm>
        </p:spPr>
        <p:txBody>
          <a:bodyPr>
            <a:normAutofit/>
          </a:bodyPr>
          <a:lstStyle/>
          <a:p>
            <a:r>
              <a:rPr lang="en-AU" sz="2000" b="1" dirty="0">
                <a:solidFill>
                  <a:srgbClr val="FFFFFF"/>
                </a:solidFill>
              </a:rPr>
              <a:t>Research Question</a:t>
            </a:r>
            <a:r>
              <a:rPr lang="en-US" sz="2000" b="1" dirty="0">
                <a:solidFill>
                  <a:srgbClr val="FFFFFF"/>
                </a:solidFill>
              </a:rPr>
              <a:t>: </a:t>
            </a:r>
            <a:r>
              <a:rPr lang="en-US" sz="2000" dirty="0">
                <a:solidFill>
                  <a:srgbClr val="FFFFFF"/>
                </a:solidFill>
              </a:rPr>
              <a:t>Does consuming beer before athletic performance affect the muscles, thus potentially reducing injury severity?</a:t>
            </a:r>
          </a:p>
          <a:p>
            <a:r>
              <a:rPr lang="en-US" sz="2000" dirty="0">
                <a:solidFill>
                  <a:srgbClr val="FFFFFF"/>
                </a:solidFill>
              </a:rPr>
              <a:t>Reduction of injuries                Longer playing careers                Increase money for sports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2F9786-999D-9687-9EEF-01891C163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200">
                <a:solidFill>
                  <a:srgbClr val="FFFFFF"/>
                </a:solidFill>
              </a:rPr>
              <a:t>STAT1201 Research Project 2024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F27D021-F55C-D395-808D-AE64766E5225}"/>
              </a:ext>
            </a:extLst>
          </p:cNvPr>
          <p:cNvCxnSpPr/>
          <p:nvPr/>
        </p:nvCxnSpPr>
        <p:spPr>
          <a:xfrm>
            <a:off x="3832529" y="4937760"/>
            <a:ext cx="731520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A2BF3BB-9B7B-B6EA-72F4-C26636E1D488}"/>
              </a:ext>
            </a:extLst>
          </p:cNvPr>
          <p:cNvCxnSpPr/>
          <p:nvPr/>
        </p:nvCxnSpPr>
        <p:spPr>
          <a:xfrm>
            <a:off x="7058870" y="4937760"/>
            <a:ext cx="731520" cy="0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7297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DCF12-28C1-9C05-3B6D-E762231C3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Aim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487FF-D728-120B-8833-59F9D2A9C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>
                <a:solidFill>
                  <a:srgbClr val="FFFFFF"/>
                </a:solidFill>
              </a:rPr>
              <a:t>Hypothesis: </a:t>
            </a:r>
            <a:r>
              <a:rPr lang="en-US" sz="1800" dirty="0">
                <a:solidFill>
                  <a:srgbClr val="FFFFFF"/>
                </a:solidFill>
              </a:rPr>
              <a:t>Athletes who consume beer before performing have slower reaction times due to muscle relaxation, potentially leading to reduced injury severity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 -  </a:t>
            </a:r>
            <a:r>
              <a:rPr lang="en-AU" b="1" dirty="0"/>
              <a:t>H₀:</a:t>
            </a:r>
            <a:r>
              <a:rPr lang="en-AU" dirty="0"/>
              <a:t> There is no difference in reaction times between athletes who consume beer and those who do not, regardless of sex</a:t>
            </a:r>
          </a:p>
          <a:p>
            <a:pPr marL="0" indent="0">
              <a:buNone/>
            </a:pPr>
            <a:r>
              <a:rPr lang="en-AU" b="1" dirty="0">
                <a:solidFill>
                  <a:srgbClr val="FFFFFF"/>
                </a:solidFill>
              </a:rPr>
              <a:t> -  </a:t>
            </a:r>
            <a:r>
              <a:rPr lang="en-AU" b="1" dirty="0"/>
              <a:t>H₁: </a:t>
            </a:r>
            <a:r>
              <a:rPr lang="en-US" dirty="0"/>
              <a:t>There is a difference in reaction times between athletes who consume beer and those who do not, regardless of sex</a:t>
            </a:r>
            <a:endParaRPr lang="en-US" sz="1800" b="1" dirty="0">
              <a:solidFill>
                <a:srgbClr val="FFFFFF"/>
              </a:solidFill>
            </a:endParaRPr>
          </a:p>
          <a:p>
            <a:r>
              <a:rPr lang="en-US" b="1" dirty="0"/>
              <a:t>Variables:</a:t>
            </a:r>
          </a:p>
          <a:p>
            <a:pPr marL="0" indent="0">
              <a:buNone/>
            </a:pPr>
            <a:r>
              <a:rPr lang="en-US" b="1" dirty="0"/>
              <a:t> - Explanatory: </a:t>
            </a:r>
            <a:r>
              <a:rPr lang="en-US" dirty="0"/>
              <a:t>Alcohol consumption (beer vs. no beer), and sex (male vs. female)</a:t>
            </a:r>
          </a:p>
          <a:p>
            <a:pPr marL="0" indent="0">
              <a:buNone/>
            </a:pPr>
            <a:r>
              <a:rPr lang="en-US" b="1" dirty="0"/>
              <a:t> - Response: </a:t>
            </a:r>
            <a:r>
              <a:rPr lang="en-US" dirty="0"/>
              <a:t>Reaction time (Ruler test: before and after consumption)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EB358A-BF93-481D-004A-A75624385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STAT1201 Research Project 2024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446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1160D-53E3-033A-2798-9E33AD9AC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Participants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B9C5EB26-9862-C859-B549-4CC2E4B782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6741934"/>
              </p:ext>
            </p:extLst>
          </p:nvPr>
        </p:nvGraphicFramePr>
        <p:xfrm>
          <a:off x="685800" y="2406400"/>
          <a:ext cx="10131425" cy="3384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7B107C-C926-620E-E4F6-722D327F8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STAT1201 Research Project 2024</a:t>
            </a:r>
          </a:p>
        </p:txBody>
      </p:sp>
    </p:spTree>
    <p:extLst>
      <p:ext uri="{BB962C8B-B14F-4D97-AF65-F5344CB8AC3E}">
        <p14:creationId xmlns:p14="http://schemas.microsoft.com/office/powerpoint/2010/main" val="9399571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1160D-53E3-033A-2798-9E33AD9AC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1150076"/>
            <a:ext cx="3659389" cy="4557849"/>
          </a:xfrm>
        </p:spPr>
        <p:txBody>
          <a:bodyPr>
            <a:normAutofit/>
          </a:bodyPr>
          <a:lstStyle/>
          <a:p>
            <a:pPr algn="r"/>
            <a:r>
              <a:rPr lang="en-US"/>
              <a:t>Methods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0BA592D-5620-7D77-2EA7-3152923F2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8658" y="1150076"/>
            <a:ext cx="6517543" cy="4557849"/>
          </a:xfrm>
        </p:spPr>
        <p:txBody>
          <a:bodyPr>
            <a:normAutofit/>
          </a:bodyPr>
          <a:lstStyle/>
          <a:p>
            <a:r>
              <a:rPr lang="en-AU" b="1" dirty="0"/>
              <a:t>Study Design</a:t>
            </a:r>
            <a:r>
              <a:rPr lang="en-AU" dirty="0"/>
              <a:t>: </a:t>
            </a:r>
            <a:r>
              <a:rPr lang="en-US" dirty="0"/>
              <a:t>A 2x2 factorial design:</a:t>
            </a:r>
          </a:p>
          <a:p>
            <a:pPr marL="0" indent="0">
              <a:buNone/>
            </a:pPr>
            <a:r>
              <a:rPr lang="en-US" dirty="0"/>
              <a:t> 1. </a:t>
            </a:r>
            <a:r>
              <a:rPr lang="en-AU" dirty="0"/>
              <a:t>Alcohol consumption (yes/no)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2. </a:t>
            </a:r>
            <a:r>
              <a:rPr lang="en-AU" dirty="0"/>
              <a:t>Sex (male/female)</a:t>
            </a:r>
            <a:endParaRPr lang="en-US" dirty="0"/>
          </a:p>
          <a:p>
            <a:r>
              <a:rPr lang="en-AU" b="1" dirty="0"/>
              <a:t>Response Variable</a:t>
            </a:r>
            <a:r>
              <a:rPr lang="en-AU" dirty="0"/>
              <a:t>: </a:t>
            </a:r>
            <a:r>
              <a:rPr lang="en-US" dirty="0"/>
              <a:t>Reaction time difference (before beer /after beer)</a:t>
            </a:r>
          </a:p>
          <a:p>
            <a:r>
              <a:rPr lang="en-AU" b="1" dirty="0"/>
              <a:t>Statistical Analysis</a:t>
            </a:r>
            <a:r>
              <a:rPr lang="en-AU" dirty="0"/>
              <a:t>: </a:t>
            </a:r>
            <a:r>
              <a:rPr lang="en-US" dirty="0"/>
              <a:t>Two-way ANOVA to assess the effect of alcohol and sex on reaction times, plus residual checks for normality</a:t>
            </a:r>
            <a:endParaRPr 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7B107C-C926-620E-E4F6-722D327F8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1" y="5870575"/>
            <a:ext cx="7402286" cy="3778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STAT1201 Research Project 2024</a:t>
            </a:r>
          </a:p>
        </p:txBody>
      </p:sp>
    </p:spTree>
    <p:extLst>
      <p:ext uri="{BB962C8B-B14F-4D97-AF65-F5344CB8AC3E}">
        <p14:creationId xmlns:p14="http://schemas.microsoft.com/office/powerpoint/2010/main" val="3345594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63AB182-95AA-523E-2C95-06A86E844C53}"/>
              </a:ext>
            </a:extLst>
          </p:cNvPr>
          <p:cNvSpPr txBox="1"/>
          <p:nvPr/>
        </p:nvSpPr>
        <p:spPr>
          <a:xfrm>
            <a:off x="1552575" y="4572000"/>
            <a:ext cx="87534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sz="2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 strong </a:t>
            </a:r>
            <a:r>
              <a:rPr lang="en-AU" sz="2800" kern="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AU" sz="2800" kern="0" dirty="0">
                <a:effectLst/>
                <a:ea typeface="Times New Roman" panose="02020603050405020304" pitchFamily="18" charset="0"/>
              </a:rPr>
              <a:t>ifferences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There is no strong interaction</a:t>
            </a:r>
            <a:endParaRPr lang="en-AU" sz="2800" dirty="0"/>
          </a:p>
        </p:txBody>
      </p:sp>
      <p:pic>
        <p:nvPicPr>
          <p:cNvPr id="2" name="Picture 1" descr="A graph of a group of people&#10;&#10;Description automatically generated with medium confidence">
            <a:extLst>
              <a:ext uri="{FF2B5EF4-FFF2-40B4-BE49-F238E27FC236}">
                <a16:creationId xmlns:a16="http://schemas.microsoft.com/office/drawing/2014/main" id="{72AD4D42-9201-8D11-2E11-F96CD32C72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356" y="361295"/>
            <a:ext cx="6867912" cy="3849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717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Content Placeholder 11">
            <a:extLst>
              <a:ext uri="{FF2B5EF4-FFF2-40B4-BE49-F238E27FC236}">
                <a16:creationId xmlns:a16="http://schemas.microsoft.com/office/drawing/2014/main" id="{EA941DAE-86E9-2481-4940-BBF9E74DB9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8434082"/>
              </p:ext>
            </p:extLst>
          </p:nvPr>
        </p:nvGraphicFramePr>
        <p:xfrm>
          <a:off x="838200" y="4430077"/>
          <a:ext cx="10265229" cy="17468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075799-ECC0-B9F9-038C-29DF5F239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STAT1201 Research Project 2024</a:t>
            </a:r>
            <a:endParaRPr lang="en-US" dirty="0"/>
          </a:p>
        </p:txBody>
      </p:sp>
      <p:pic>
        <p:nvPicPr>
          <p:cNvPr id="5" name="Picture 4" descr="A graph with a line and dots&#10;&#10;Description automatically generated with medium confidence">
            <a:extLst>
              <a:ext uri="{FF2B5EF4-FFF2-40B4-BE49-F238E27FC236}">
                <a16:creationId xmlns:a16="http://schemas.microsoft.com/office/drawing/2014/main" id="{F7F53792-4894-DFBA-1C6C-3EF6C1AC5E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93930" y="756919"/>
            <a:ext cx="6553768" cy="3673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909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1184D1E2-9347-20A2-061C-08AA5F990B26}"/>
              </a:ext>
            </a:extLst>
          </p:cNvPr>
          <p:cNvSpPr txBox="1"/>
          <p:nvPr/>
        </p:nvSpPr>
        <p:spPr>
          <a:xfrm>
            <a:off x="6400800" y="2251587"/>
            <a:ext cx="5147730" cy="36379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</a:pPr>
            <a:endParaRPr lang="en-US" dirty="0"/>
          </a:p>
          <a:p>
            <a:pPr marL="742950" lvl="1" indent="-285750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</a:pPr>
            <a:r>
              <a:rPr lang="en-US" sz="2800" dirty="0"/>
              <a:t>The residuals are centered around zero and approximate a normal distribution</a:t>
            </a:r>
            <a:endParaRPr lang="en-US" sz="2800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075799-ECC0-B9F9-038C-29DF5F239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r>
              <a:rPr lang="en-US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STAT1201 Research Project 2024</a:t>
            </a:r>
          </a:p>
        </p:txBody>
      </p:sp>
      <p:pic>
        <p:nvPicPr>
          <p:cNvPr id="14" name="Picture 13" descr="A graph with a blue line&#10;&#10;Description automatically generated">
            <a:extLst>
              <a:ext uri="{FF2B5EF4-FFF2-40B4-BE49-F238E27FC236}">
                <a16:creationId xmlns:a16="http://schemas.microsoft.com/office/drawing/2014/main" id="{C1EAE29D-E358-9AD2-7457-4135811314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30" y="1737862"/>
            <a:ext cx="5634584" cy="3157987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9414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3229F-C8D9-7ABE-B4DF-3F6B94765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0237" y="585597"/>
            <a:ext cx="1511526" cy="601824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7B35E405-1156-15DE-4213-30268C00A108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1365396" y="4000504"/>
                <a:ext cx="9461208" cy="1819536"/>
              </a:xfrm>
            </p:spPr>
            <p:txBody>
              <a:bodyPr>
                <a:norm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There is no evidence that Alcohol interaction has a significant effect on reaction times based on the p-values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2800" dirty="0"/>
                  <a:t>= 13.77%</a:t>
                </a:r>
              </a:p>
            </p:txBody>
          </p:sp>
        </mc:Choice>
        <mc:Fallback>
          <p:sp>
            <p:nvSpPr>
              <p:cNvPr id="7" name="Text Placeholder 6">
                <a:extLst>
                  <a:ext uri="{FF2B5EF4-FFF2-40B4-BE49-F238E27FC236}">
                    <a16:creationId xmlns:a16="http://schemas.microsoft.com/office/drawing/2014/main" id="{7B35E405-1156-15DE-4213-30268C00A1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1365396" y="4000504"/>
                <a:ext cx="9461208" cy="1819536"/>
              </a:xfrm>
              <a:blipFill>
                <a:blip r:embed="rId3"/>
                <a:stretch>
                  <a:fillRect l="-1160" t="-3010" r="-3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075799-ECC0-B9F9-038C-29DF5F239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STAT1201 Research Project 2024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9F4A995-5A07-7AEE-20EB-27139A9FEC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3390" y="1421130"/>
            <a:ext cx="8525219" cy="200787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24A776F-5F85-748F-60CA-E8F08BDB482B}"/>
              </a:ext>
            </a:extLst>
          </p:cNvPr>
          <p:cNvSpPr txBox="1">
            <a:spLocks/>
          </p:cNvSpPr>
          <p:nvPr/>
        </p:nvSpPr>
        <p:spPr>
          <a:xfrm>
            <a:off x="9010649" y="1421130"/>
            <a:ext cx="1388398" cy="1584000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39774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0E53EDA-3B94-4F6B-9E86-D3BB9EBB9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93ACE-4C3D-4812-F57C-EBB9D07A3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1150076"/>
            <a:ext cx="3659389" cy="4557849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Conclusion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0EFD79F-7790-479B-B7DB-BD0D8C101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66923" y="1668780"/>
            <a:ext cx="0" cy="35204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FB661-9373-8EBC-31C4-01E12AE1C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8658" y="1150076"/>
            <a:ext cx="6517543" cy="4557849"/>
          </a:xfrm>
        </p:spPr>
        <p:txBody>
          <a:bodyPr>
            <a:normAutofit/>
          </a:bodyPr>
          <a:lstStyle/>
          <a:p>
            <a:pPr marL="228600" marR="0" lvl="0" indent="-228600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Key Findings:</a:t>
            </a:r>
          </a:p>
          <a:p>
            <a:pPr marL="514350" marR="0" lvl="0" indent="-514350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No significant effect of alcohol or sex on reaction times (p-values above 0.05)</a:t>
            </a:r>
          </a:p>
          <a:p>
            <a:pPr marL="514350" marR="0" lvl="0" indent="-514350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Males exhibited slightly slower reaction times after consuming alcohol, but the effect was not statistically significant</a:t>
            </a:r>
          </a:p>
          <a:p>
            <a:pPr marL="0" marR="0" lvl="0" indent="0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228600" marR="0" lvl="0" indent="-228600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Implications: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These findings suggest that alcohol consumption does not significantly impact athletes' reaction times enough to affect injury risk</a:t>
            </a:r>
            <a:endParaRPr kumimoji="0" lang="en-US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3F6496-70BC-0A3B-F4E8-D47A29561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1" y="5870575"/>
            <a:ext cx="7402286" cy="3778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STAT1201 Research Project 2024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84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4309F57-B331-41A7-9154-15EC2AF45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845162" cy="6858000"/>
          </a:xfrm>
          <a:custGeom>
            <a:avLst/>
            <a:gdLst>
              <a:gd name="connsiteX0" fmla="*/ 0 w 8845162"/>
              <a:gd name="connsiteY0" fmla="*/ 0 h 6858000"/>
              <a:gd name="connsiteX1" fmla="*/ 6265248 w 8845162"/>
              <a:gd name="connsiteY1" fmla="*/ 0 h 6858000"/>
              <a:gd name="connsiteX2" fmla="*/ 7537703 w 8845162"/>
              <a:gd name="connsiteY2" fmla="*/ 0 h 6858000"/>
              <a:gd name="connsiteX3" fmla="*/ 8845162 w 8845162"/>
              <a:gd name="connsiteY3" fmla="*/ 0 h 6858000"/>
              <a:gd name="connsiteX4" fmla="*/ 8845162 w 8845162"/>
              <a:gd name="connsiteY4" fmla="*/ 6858000 h 6858000"/>
              <a:gd name="connsiteX5" fmla="*/ 7537703 w 8845162"/>
              <a:gd name="connsiteY5" fmla="*/ 6858000 h 6858000"/>
              <a:gd name="connsiteX6" fmla="*/ 6265248 w 8845162"/>
              <a:gd name="connsiteY6" fmla="*/ 6858000 h 6858000"/>
              <a:gd name="connsiteX7" fmla="*/ 20957 w 8845162"/>
              <a:gd name="connsiteY7" fmla="*/ 6858000 h 6858000"/>
              <a:gd name="connsiteX8" fmla="*/ 46002 w 8845162"/>
              <a:gd name="connsiteY8" fmla="*/ 6702325 h 6858000"/>
              <a:gd name="connsiteX9" fmla="*/ 69870 w 8845162"/>
              <a:gd name="connsiteY9" fmla="*/ 6547334 h 6858000"/>
              <a:gd name="connsiteX10" fmla="*/ 93234 w 8845162"/>
              <a:gd name="connsiteY10" fmla="*/ 6391658 h 6858000"/>
              <a:gd name="connsiteX11" fmla="*/ 113237 w 8845162"/>
              <a:gd name="connsiteY11" fmla="*/ 6235295 h 6858000"/>
              <a:gd name="connsiteX12" fmla="*/ 133409 w 8845162"/>
              <a:gd name="connsiteY12" fmla="*/ 6079619 h 6858000"/>
              <a:gd name="connsiteX13" fmla="*/ 152234 w 8845162"/>
              <a:gd name="connsiteY13" fmla="*/ 5923256 h 6858000"/>
              <a:gd name="connsiteX14" fmla="*/ 168370 w 8845162"/>
              <a:gd name="connsiteY14" fmla="*/ 5768951 h 6858000"/>
              <a:gd name="connsiteX15" fmla="*/ 183667 w 8845162"/>
              <a:gd name="connsiteY15" fmla="*/ 5612589 h 6858000"/>
              <a:gd name="connsiteX16" fmla="*/ 197619 w 8845162"/>
              <a:gd name="connsiteY16" fmla="*/ 5456912 h 6858000"/>
              <a:gd name="connsiteX17" fmla="*/ 209720 w 8845162"/>
              <a:gd name="connsiteY17" fmla="*/ 5303979 h 6858000"/>
              <a:gd name="connsiteX18" fmla="*/ 221823 w 8845162"/>
              <a:gd name="connsiteY18" fmla="*/ 5148988 h 6858000"/>
              <a:gd name="connsiteX19" fmla="*/ 231908 w 8845162"/>
              <a:gd name="connsiteY19" fmla="*/ 4996055 h 6858000"/>
              <a:gd name="connsiteX20" fmla="*/ 239808 w 8845162"/>
              <a:gd name="connsiteY20" fmla="*/ 4843121 h 6858000"/>
              <a:gd name="connsiteX21" fmla="*/ 248045 w 8845162"/>
              <a:gd name="connsiteY21" fmla="*/ 4690874 h 6858000"/>
              <a:gd name="connsiteX22" fmla="*/ 254936 w 8845162"/>
              <a:gd name="connsiteY22" fmla="*/ 4539998 h 6858000"/>
              <a:gd name="connsiteX23" fmla="*/ 259811 w 8845162"/>
              <a:gd name="connsiteY23" fmla="*/ 4390493 h 6858000"/>
              <a:gd name="connsiteX24" fmla="*/ 264014 w 8845162"/>
              <a:gd name="connsiteY24" fmla="*/ 4240989 h 6858000"/>
              <a:gd name="connsiteX25" fmla="*/ 268047 w 8845162"/>
              <a:gd name="connsiteY25" fmla="*/ 4092856 h 6858000"/>
              <a:gd name="connsiteX26" fmla="*/ 269897 w 8845162"/>
              <a:gd name="connsiteY26" fmla="*/ 3946781 h 6858000"/>
              <a:gd name="connsiteX27" fmla="*/ 271913 w 8845162"/>
              <a:gd name="connsiteY27" fmla="*/ 3800705 h 6858000"/>
              <a:gd name="connsiteX28" fmla="*/ 272922 w 8845162"/>
              <a:gd name="connsiteY28" fmla="*/ 3656687 h 6858000"/>
              <a:gd name="connsiteX29" fmla="*/ 271913 w 8845162"/>
              <a:gd name="connsiteY29" fmla="*/ 3514041 h 6858000"/>
              <a:gd name="connsiteX30" fmla="*/ 271913 w 8845162"/>
              <a:gd name="connsiteY30" fmla="*/ 3372766 h 6858000"/>
              <a:gd name="connsiteX31" fmla="*/ 269897 w 8845162"/>
              <a:gd name="connsiteY31" fmla="*/ 3232863 h 6858000"/>
              <a:gd name="connsiteX32" fmla="*/ 266871 w 8845162"/>
              <a:gd name="connsiteY32" fmla="*/ 3095703 h 6858000"/>
              <a:gd name="connsiteX33" fmla="*/ 264014 w 8845162"/>
              <a:gd name="connsiteY33" fmla="*/ 2959915 h 6858000"/>
              <a:gd name="connsiteX34" fmla="*/ 260820 w 8845162"/>
              <a:gd name="connsiteY34" fmla="*/ 2826869 h 6858000"/>
              <a:gd name="connsiteX35" fmla="*/ 255946 w 8845162"/>
              <a:gd name="connsiteY35" fmla="*/ 2694510 h 6858000"/>
              <a:gd name="connsiteX36" fmla="*/ 250734 w 8845162"/>
              <a:gd name="connsiteY36" fmla="*/ 2564209 h 6858000"/>
              <a:gd name="connsiteX37" fmla="*/ 246028 w 8845162"/>
              <a:gd name="connsiteY37" fmla="*/ 2436650 h 6858000"/>
              <a:gd name="connsiteX38" fmla="*/ 232749 w 8845162"/>
              <a:gd name="connsiteY38" fmla="*/ 2187704 h 6858000"/>
              <a:gd name="connsiteX39" fmla="*/ 218630 w 8845162"/>
              <a:gd name="connsiteY39" fmla="*/ 1949046 h 6858000"/>
              <a:gd name="connsiteX40" fmla="*/ 203837 w 8845162"/>
              <a:gd name="connsiteY40" fmla="*/ 1719989 h 6858000"/>
              <a:gd name="connsiteX41" fmla="*/ 187532 w 8845162"/>
              <a:gd name="connsiteY41" fmla="*/ 1503276 h 6858000"/>
              <a:gd name="connsiteX42" fmla="*/ 170555 w 8845162"/>
              <a:gd name="connsiteY42" fmla="*/ 1296164 h 6858000"/>
              <a:gd name="connsiteX43" fmla="*/ 152234 w 8845162"/>
              <a:gd name="connsiteY43" fmla="*/ 1104140 h 6858000"/>
              <a:gd name="connsiteX44" fmla="*/ 134248 w 8845162"/>
              <a:gd name="connsiteY44" fmla="*/ 923775 h 6858000"/>
              <a:gd name="connsiteX45" fmla="*/ 116263 w 8845162"/>
              <a:gd name="connsiteY45" fmla="*/ 757811 h 6858000"/>
              <a:gd name="connsiteX46" fmla="*/ 99286 w 8845162"/>
              <a:gd name="connsiteY46" fmla="*/ 605564 h 6858000"/>
              <a:gd name="connsiteX47" fmla="*/ 83149 w 8845162"/>
              <a:gd name="connsiteY47" fmla="*/ 470461 h 6858000"/>
              <a:gd name="connsiteX48" fmla="*/ 67853 w 8845162"/>
              <a:gd name="connsiteY48" fmla="*/ 348389 h 6858000"/>
              <a:gd name="connsiteX49" fmla="*/ 55078 w 8845162"/>
              <a:gd name="connsiteY49" fmla="*/ 245519 h 6858000"/>
              <a:gd name="connsiteX50" fmla="*/ 42976 w 8845162"/>
              <a:gd name="connsiteY50" fmla="*/ 159108 h 6858000"/>
              <a:gd name="connsiteX51" fmla="*/ 25662 w 8845162"/>
              <a:gd name="connsiteY51" fmla="*/ 40464 h 6858000"/>
              <a:gd name="connsiteX52" fmla="*/ 19779 w 8845162"/>
              <a:gd name="connsiteY52" fmla="*/ 2 h 6858000"/>
              <a:gd name="connsiteX53" fmla="*/ 26532 w 8845162"/>
              <a:gd name="connsiteY53" fmla="*/ 2 h 6858000"/>
              <a:gd name="connsiteX54" fmla="*/ 26532 w 8845162"/>
              <a:gd name="connsiteY54" fmla="*/ 1 h 6858000"/>
              <a:gd name="connsiteX55" fmla="*/ 0 w 8845162"/>
              <a:gd name="connsiteY55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8845162" h="6858000">
                <a:moveTo>
                  <a:pt x="0" y="0"/>
                </a:moveTo>
                <a:lnTo>
                  <a:pt x="6265248" y="0"/>
                </a:lnTo>
                <a:lnTo>
                  <a:pt x="7537703" y="0"/>
                </a:lnTo>
                <a:lnTo>
                  <a:pt x="8845162" y="0"/>
                </a:lnTo>
                <a:lnTo>
                  <a:pt x="8845162" y="6858000"/>
                </a:lnTo>
                <a:lnTo>
                  <a:pt x="7537703" y="6858000"/>
                </a:lnTo>
                <a:lnTo>
                  <a:pt x="6265248" y="6858000"/>
                </a:lnTo>
                <a:lnTo>
                  <a:pt x="20957" y="6858000"/>
                </a:lnTo>
                <a:lnTo>
                  <a:pt x="46002" y="6702325"/>
                </a:lnTo>
                <a:lnTo>
                  <a:pt x="69870" y="6547334"/>
                </a:lnTo>
                <a:lnTo>
                  <a:pt x="93234" y="6391658"/>
                </a:lnTo>
                <a:lnTo>
                  <a:pt x="113237" y="6235295"/>
                </a:lnTo>
                <a:lnTo>
                  <a:pt x="133409" y="6079619"/>
                </a:lnTo>
                <a:lnTo>
                  <a:pt x="152234" y="5923256"/>
                </a:lnTo>
                <a:lnTo>
                  <a:pt x="168370" y="5768951"/>
                </a:lnTo>
                <a:lnTo>
                  <a:pt x="183667" y="5612589"/>
                </a:lnTo>
                <a:lnTo>
                  <a:pt x="197619" y="5456912"/>
                </a:lnTo>
                <a:lnTo>
                  <a:pt x="209720" y="5303979"/>
                </a:lnTo>
                <a:lnTo>
                  <a:pt x="221823" y="5148988"/>
                </a:lnTo>
                <a:lnTo>
                  <a:pt x="231908" y="4996055"/>
                </a:lnTo>
                <a:lnTo>
                  <a:pt x="239808" y="4843121"/>
                </a:lnTo>
                <a:lnTo>
                  <a:pt x="248045" y="4690874"/>
                </a:lnTo>
                <a:lnTo>
                  <a:pt x="254936" y="4539998"/>
                </a:lnTo>
                <a:lnTo>
                  <a:pt x="259811" y="4390493"/>
                </a:lnTo>
                <a:lnTo>
                  <a:pt x="264014" y="4240989"/>
                </a:lnTo>
                <a:lnTo>
                  <a:pt x="268047" y="4092856"/>
                </a:lnTo>
                <a:lnTo>
                  <a:pt x="269897" y="3946781"/>
                </a:lnTo>
                <a:lnTo>
                  <a:pt x="271913" y="3800705"/>
                </a:lnTo>
                <a:lnTo>
                  <a:pt x="272922" y="3656687"/>
                </a:lnTo>
                <a:lnTo>
                  <a:pt x="271913" y="3514041"/>
                </a:lnTo>
                <a:lnTo>
                  <a:pt x="271913" y="3372766"/>
                </a:lnTo>
                <a:lnTo>
                  <a:pt x="269897" y="3232863"/>
                </a:lnTo>
                <a:lnTo>
                  <a:pt x="266871" y="3095703"/>
                </a:lnTo>
                <a:lnTo>
                  <a:pt x="264014" y="2959915"/>
                </a:lnTo>
                <a:lnTo>
                  <a:pt x="260820" y="2826869"/>
                </a:lnTo>
                <a:lnTo>
                  <a:pt x="255946" y="2694510"/>
                </a:lnTo>
                <a:lnTo>
                  <a:pt x="250734" y="2564209"/>
                </a:lnTo>
                <a:lnTo>
                  <a:pt x="246028" y="2436650"/>
                </a:lnTo>
                <a:lnTo>
                  <a:pt x="232749" y="2187704"/>
                </a:lnTo>
                <a:lnTo>
                  <a:pt x="218630" y="1949046"/>
                </a:lnTo>
                <a:lnTo>
                  <a:pt x="203837" y="1719989"/>
                </a:lnTo>
                <a:lnTo>
                  <a:pt x="187532" y="1503276"/>
                </a:lnTo>
                <a:lnTo>
                  <a:pt x="170555" y="1296164"/>
                </a:lnTo>
                <a:lnTo>
                  <a:pt x="152234" y="1104140"/>
                </a:lnTo>
                <a:lnTo>
                  <a:pt x="134248" y="923775"/>
                </a:lnTo>
                <a:lnTo>
                  <a:pt x="116263" y="757811"/>
                </a:lnTo>
                <a:lnTo>
                  <a:pt x="99286" y="605564"/>
                </a:lnTo>
                <a:lnTo>
                  <a:pt x="83149" y="470461"/>
                </a:lnTo>
                <a:lnTo>
                  <a:pt x="67853" y="348389"/>
                </a:lnTo>
                <a:lnTo>
                  <a:pt x="55078" y="245519"/>
                </a:lnTo>
                <a:lnTo>
                  <a:pt x="42976" y="159108"/>
                </a:lnTo>
                <a:lnTo>
                  <a:pt x="25662" y="40464"/>
                </a:lnTo>
                <a:lnTo>
                  <a:pt x="19779" y="2"/>
                </a:lnTo>
                <a:lnTo>
                  <a:pt x="26532" y="2"/>
                </a:lnTo>
                <a:lnTo>
                  <a:pt x="26532" y="1"/>
                </a:lnTo>
                <a:lnTo>
                  <a:pt x="0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93ACE-4C3D-4812-F57C-EBB9D07A3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500743"/>
            <a:ext cx="7402285" cy="1360714"/>
          </a:xfrm>
        </p:spPr>
        <p:txBody>
          <a:bodyPr>
            <a:normAutofit/>
          </a:bodyPr>
          <a:lstStyle/>
          <a:p>
            <a:r>
              <a:rPr lang="en-US"/>
              <a:t>Discussion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FB661-9373-8EBC-31C4-01E12AE1C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861457"/>
            <a:ext cx="7402285" cy="3392110"/>
          </a:xfrm>
        </p:spPr>
        <p:txBody>
          <a:bodyPr>
            <a:normAutofit/>
          </a:bodyPr>
          <a:lstStyle/>
          <a:p>
            <a:r>
              <a:rPr lang="en-US" b="1" dirty="0"/>
              <a:t>Limitations:</a:t>
            </a:r>
          </a:p>
          <a:p>
            <a:pPr marL="0" indent="0">
              <a:buNone/>
            </a:pPr>
            <a:r>
              <a:rPr lang="en-US" b="1" dirty="0"/>
              <a:t> - </a:t>
            </a:r>
            <a:r>
              <a:rPr lang="en-US" dirty="0"/>
              <a:t>Small sample size</a:t>
            </a:r>
          </a:p>
          <a:p>
            <a:pPr marL="0" indent="0">
              <a:buNone/>
            </a:pPr>
            <a:r>
              <a:rPr lang="en-US" b="1" dirty="0"/>
              <a:t> - </a:t>
            </a:r>
            <a:r>
              <a:rPr lang="en-US" dirty="0"/>
              <a:t>Only used the ruler test as a measure of reaction time, which may not fully capture the impact of alcohol on injury severity.</a:t>
            </a:r>
          </a:p>
          <a:p>
            <a:r>
              <a:rPr lang="en-AU" b="1" dirty="0"/>
              <a:t>Future Research</a:t>
            </a:r>
            <a:r>
              <a:rPr lang="en-AU" dirty="0"/>
              <a:t>:</a:t>
            </a:r>
          </a:p>
          <a:p>
            <a:pPr marL="0" indent="0">
              <a:buNone/>
            </a:pPr>
            <a:r>
              <a:rPr lang="en-AU" b="1" dirty="0"/>
              <a:t> - </a:t>
            </a:r>
            <a:r>
              <a:rPr lang="en-AU" dirty="0"/>
              <a:t>Consider increasing sample size</a:t>
            </a:r>
          </a:p>
          <a:p>
            <a:pPr marL="0" indent="0">
              <a:buNone/>
            </a:pPr>
            <a:r>
              <a:rPr lang="en-AU" b="1" dirty="0"/>
              <a:t> - </a:t>
            </a:r>
            <a:r>
              <a:rPr lang="en-US" dirty="0"/>
              <a:t>Investigate other response variables, such as injury severity or reaction times in real-world sports contexts.</a:t>
            </a:r>
            <a:endParaRPr 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3F6496-70BC-0A3B-F4E8-D47A29561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1" y="5870575"/>
            <a:ext cx="7402286" cy="3778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STAT1201 Research Project 2024</a:t>
            </a:r>
          </a:p>
        </p:txBody>
      </p:sp>
    </p:spTree>
    <p:extLst>
      <p:ext uri="{BB962C8B-B14F-4D97-AF65-F5344CB8AC3E}">
        <p14:creationId xmlns:p14="http://schemas.microsoft.com/office/powerpoint/2010/main" val="6806816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1294</TotalTime>
  <Words>694</Words>
  <Application>Microsoft Office PowerPoint</Application>
  <PresentationFormat>Widescreen</PresentationFormat>
  <Paragraphs>73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Arial</vt:lpstr>
      <vt:lpstr>Calibri</vt:lpstr>
      <vt:lpstr>Calibri Light</vt:lpstr>
      <vt:lpstr>Cambria</vt:lpstr>
      <vt:lpstr>Cambria Math</vt:lpstr>
      <vt:lpstr>Times New Roman</vt:lpstr>
      <vt:lpstr>Celestial</vt:lpstr>
      <vt:lpstr>Effect of Beer Consumption on Reaction Time in Athletes: A Ruler Test Analysis</vt:lpstr>
      <vt:lpstr>Introduction</vt:lpstr>
      <vt:lpstr>Aim</vt:lpstr>
      <vt:lpstr>Participants</vt:lpstr>
      <vt:lpstr>Methods</vt:lpstr>
      <vt:lpstr>PowerPoint Presentation</vt:lpstr>
      <vt:lpstr>PowerPoint Presentation</vt:lpstr>
      <vt:lpstr>PowerPoint Presentation</vt:lpstr>
      <vt:lpstr>Results</vt:lpstr>
      <vt:lpstr>Conclusion</vt:lpstr>
      <vt:lpstr>Discussion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Project Template 2024</dc:title>
  <dc:subject/>
  <dc:creator>Michael Bulmer</dc:creator>
  <cp:keywords/>
  <dc:description/>
  <cp:lastModifiedBy>Jake Nielsen</cp:lastModifiedBy>
  <cp:revision>4</cp:revision>
  <dcterms:created xsi:type="dcterms:W3CDTF">2024-08-28T08:50:19Z</dcterms:created>
  <dcterms:modified xsi:type="dcterms:W3CDTF">2024-10-18T01:26:41Z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f488380-630a-4f55-a077-a19445e3f360_Enabled">
    <vt:lpwstr>true</vt:lpwstr>
  </property>
  <property fmtid="{D5CDD505-2E9C-101B-9397-08002B2CF9AE}" pid="3" name="MSIP_Label_0f488380-630a-4f55-a077-a19445e3f360_SetDate">
    <vt:lpwstr>2024-08-28T08:57:06Z</vt:lpwstr>
  </property>
  <property fmtid="{D5CDD505-2E9C-101B-9397-08002B2CF9AE}" pid="4" name="MSIP_Label_0f488380-630a-4f55-a077-a19445e3f360_Method">
    <vt:lpwstr>Standard</vt:lpwstr>
  </property>
  <property fmtid="{D5CDD505-2E9C-101B-9397-08002B2CF9AE}" pid="5" name="MSIP_Label_0f488380-630a-4f55-a077-a19445e3f360_Name">
    <vt:lpwstr>OFFICIAL - INTERNAL</vt:lpwstr>
  </property>
  <property fmtid="{D5CDD505-2E9C-101B-9397-08002B2CF9AE}" pid="6" name="MSIP_Label_0f488380-630a-4f55-a077-a19445e3f360_SiteId">
    <vt:lpwstr>b6e377cf-9db3-46cb-91a2-fad9605bb15c</vt:lpwstr>
  </property>
  <property fmtid="{D5CDD505-2E9C-101B-9397-08002B2CF9AE}" pid="7" name="MSIP_Label_0f488380-630a-4f55-a077-a19445e3f360_ActionId">
    <vt:lpwstr>584069e4-19f5-4fa7-9aab-f0a3fa44886a</vt:lpwstr>
  </property>
  <property fmtid="{D5CDD505-2E9C-101B-9397-08002B2CF9AE}" pid="8" name="MSIP_Label_0f488380-630a-4f55-a077-a19445e3f360_ContentBits">
    <vt:lpwstr>0</vt:lpwstr>
  </property>
</Properties>
</file>